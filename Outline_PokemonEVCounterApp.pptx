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73" r:id="rId3"/>
    <p:sldId id="265" r:id="rId4"/>
    <p:sldId id="271" r:id="rId5"/>
    <p:sldId id="277" r:id="rId6"/>
    <p:sldId id="278" r:id="rId7"/>
    <p:sldId id="279" r:id="rId8"/>
    <p:sldId id="260" r:id="rId9"/>
    <p:sldId id="269" r:id="rId10"/>
    <p:sldId id="259" r:id="rId11"/>
    <p:sldId id="256" r:id="rId12"/>
    <p:sldId id="270" r:id="rId13"/>
    <p:sldId id="274" r:id="rId14"/>
    <p:sldId id="276" r:id="rId15"/>
    <p:sldId id="267" r:id="rId16"/>
    <p:sldId id="268" r:id="rId17"/>
    <p:sldId id="275" r:id="rId18"/>
    <p:sldId id="263" r:id="rId19"/>
    <p:sldId id="280" r:id="rId20"/>
    <p:sldId id="258" r:id="rId21"/>
    <p:sldId id="25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CD0F0"/>
    <a:srgbClr val="F7BBEE"/>
    <a:srgbClr val="BDA29F"/>
    <a:srgbClr val="D4B9FF"/>
    <a:srgbClr val="917777"/>
    <a:srgbClr val="FF118E"/>
    <a:srgbClr val="E501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AD8AA0-7028-458A-9334-FF53AD87BA56}" v="194" dt="2020-07-24T20:05:19.2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8" autoAdjust="0"/>
    <p:restoredTop sz="94660"/>
  </p:normalViewPr>
  <p:slideViewPr>
    <p:cSldViewPr snapToGrid="0">
      <p:cViewPr varScale="1">
        <p:scale>
          <a:sx n="98" d="100"/>
          <a:sy n="98" d="100"/>
        </p:scale>
        <p:origin x="96" y="9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mily Liu" userId="753d9ce0731d8491" providerId="LiveId" clId="{C5AD8AA0-7028-458A-9334-FF53AD87BA56}"/>
    <pc:docChg chg="undo custSel addSld delSld modSld sldOrd">
      <pc:chgData name="Emily Liu" userId="753d9ce0731d8491" providerId="LiveId" clId="{C5AD8AA0-7028-458A-9334-FF53AD87BA56}" dt="2020-07-24T20:07:59.926" v="2001" actId="20577"/>
      <pc:docMkLst>
        <pc:docMk/>
      </pc:docMkLst>
      <pc:sldChg chg="modSp ord setBg">
        <pc:chgData name="Emily Liu" userId="753d9ce0731d8491" providerId="LiveId" clId="{C5AD8AA0-7028-458A-9334-FF53AD87BA56}" dt="2020-07-24T06:15:53.372" v="613" actId="20577"/>
        <pc:sldMkLst>
          <pc:docMk/>
          <pc:sldMk cId="276238037" sldId="256"/>
        </pc:sldMkLst>
        <pc:spChg chg="mod">
          <ac:chgData name="Emily Liu" userId="753d9ce0731d8491" providerId="LiveId" clId="{C5AD8AA0-7028-458A-9334-FF53AD87BA56}" dt="2020-07-24T06:15:53.372" v="613" actId="20577"/>
          <ac:spMkLst>
            <pc:docMk/>
            <pc:sldMk cId="276238037" sldId="256"/>
            <ac:spMk id="6" creationId="{D884021E-8786-4CEA-BD90-89D011831542}"/>
          </ac:spMkLst>
        </pc:spChg>
        <pc:graphicFrameChg chg="mod">
          <ac:chgData name="Emily Liu" userId="753d9ce0731d8491" providerId="LiveId" clId="{C5AD8AA0-7028-458A-9334-FF53AD87BA56}" dt="2020-07-24T06:15:12.308" v="513" actId="1076"/>
          <ac:graphicFrameMkLst>
            <pc:docMk/>
            <pc:sldMk cId="276238037" sldId="256"/>
            <ac:graphicFrameMk id="5" creationId="{896D6815-AA0E-468E-AA66-9DAD5D416052}"/>
          </ac:graphicFrameMkLst>
        </pc:graphicFrameChg>
      </pc:sldChg>
      <pc:sldChg chg="modSp">
        <pc:chgData name="Emily Liu" userId="753d9ce0731d8491" providerId="LiveId" clId="{C5AD8AA0-7028-458A-9334-FF53AD87BA56}" dt="2020-07-24T06:38:51.978" v="1339" actId="20577"/>
        <pc:sldMkLst>
          <pc:docMk/>
          <pc:sldMk cId="2517963255" sldId="257"/>
        </pc:sldMkLst>
        <pc:spChg chg="mod">
          <ac:chgData name="Emily Liu" userId="753d9ce0731d8491" providerId="LiveId" clId="{C5AD8AA0-7028-458A-9334-FF53AD87BA56}" dt="2020-07-24T06:38:51.978" v="1339" actId="20577"/>
          <ac:spMkLst>
            <pc:docMk/>
            <pc:sldMk cId="2517963255" sldId="257"/>
            <ac:spMk id="4" creationId="{571E808D-C156-41F2-9093-E8F3565BACEE}"/>
          </ac:spMkLst>
        </pc:spChg>
      </pc:sldChg>
      <pc:sldChg chg="modSp setBg">
        <pc:chgData name="Emily Liu" userId="753d9ce0731d8491" providerId="LiveId" clId="{C5AD8AA0-7028-458A-9334-FF53AD87BA56}" dt="2020-07-24T20:07:59.926" v="2001" actId="20577"/>
        <pc:sldMkLst>
          <pc:docMk/>
          <pc:sldMk cId="795195879" sldId="259"/>
        </pc:sldMkLst>
        <pc:spChg chg="mod">
          <ac:chgData name="Emily Liu" userId="753d9ce0731d8491" providerId="LiveId" clId="{C5AD8AA0-7028-458A-9334-FF53AD87BA56}" dt="2020-07-24T19:38:37.336" v="1949" actId="20577"/>
          <ac:spMkLst>
            <pc:docMk/>
            <pc:sldMk cId="795195879" sldId="259"/>
            <ac:spMk id="2" creationId="{A0258CB8-C11B-46BB-BC49-E030980140A8}"/>
          </ac:spMkLst>
        </pc:spChg>
        <pc:spChg chg="mod">
          <ac:chgData name="Emily Liu" userId="753d9ce0731d8491" providerId="LiveId" clId="{C5AD8AA0-7028-458A-9334-FF53AD87BA56}" dt="2020-07-24T06:46:04.051" v="1590" actId="20577"/>
          <ac:spMkLst>
            <pc:docMk/>
            <pc:sldMk cId="795195879" sldId="259"/>
            <ac:spMk id="4" creationId="{E2E0396D-392A-48E8-98F8-482AE1EE50C4}"/>
          </ac:spMkLst>
        </pc:spChg>
        <pc:spChg chg="mod">
          <ac:chgData name="Emily Liu" userId="753d9ce0731d8491" providerId="LiveId" clId="{C5AD8AA0-7028-458A-9334-FF53AD87BA56}" dt="2020-07-24T20:07:59.926" v="2001" actId="20577"/>
          <ac:spMkLst>
            <pc:docMk/>
            <pc:sldMk cId="795195879" sldId="259"/>
            <ac:spMk id="5" creationId="{6A95C44A-8A61-4569-A819-8E3DBE20F60E}"/>
          </ac:spMkLst>
        </pc:spChg>
      </pc:sldChg>
      <pc:sldChg chg="modSp setBg">
        <pc:chgData name="Emily Liu" userId="753d9ce0731d8491" providerId="LiveId" clId="{C5AD8AA0-7028-458A-9334-FF53AD87BA56}" dt="2020-07-24T20:06:08.754" v="1996" actId="5793"/>
        <pc:sldMkLst>
          <pc:docMk/>
          <pc:sldMk cId="1325130879" sldId="260"/>
        </pc:sldMkLst>
        <pc:spChg chg="mod">
          <ac:chgData name="Emily Liu" userId="753d9ce0731d8491" providerId="LiveId" clId="{C5AD8AA0-7028-458A-9334-FF53AD87BA56}" dt="2020-07-24T20:06:08.754" v="1996" actId="5793"/>
          <ac:spMkLst>
            <pc:docMk/>
            <pc:sldMk cId="1325130879" sldId="260"/>
            <ac:spMk id="2" creationId="{DE3AD186-F4BD-4DFC-9D88-5CBECE66F389}"/>
          </ac:spMkLst>
        </pc:spChg>
        <pc:spChg chg="mod">
          <ac:chgData name="Emily Liu" userId="753d9ce0731d8491" providerId="LiveId" clId="{C5AD8AA0-7028-458A-9334-FF53AD87BA56}" dt="2020-07-24T05:52:34.151" v="122" actId="20577"/>
          <ac:spMkLst>
            <pc:docMk/>
            <pc:sldMk cId="1325130879" sldId="260"/>
            <ac:spMk id="5" creationId="{E339DA95-E903-4B14-80A4-3E8C57351168}"/>
          </ac:spMkLst>
        </pc:spChg>
      </pc:sldChg>
      <pc:sldChg chg="addSp delSp modSp setBg">
        <pc:chgData name="Emily Liu" userId="753d9ce0731d8491" providerId="LiveId" clId="{C5AD8AA0-7028-458A-9334-FF53AD87BA56}" dt="2020-07-24T06:43:54.553" v="1535" actId="20577"/>
        <pc:sldMkLst>
          <pc:docMk/>
          <pc:sldMk cId="2538001394" sldId="261"/>
        </pc:sldMkLst>
        <pc:spChg chg="mod">
          <ac:chgData name="Emily Liu" userId="753d9ce0731d8491" providerId="LiveId" clId="{C5AD8AA0-7028-458A-9334-FF53AD87BA56}" dt="2020-07-24T06:43:00.272" v="1445"/>
          <ac:spMkLst>
            <pc:docMk/>
            <pc:sldMk cId="2538001394" sldId="261"/>
            <ac:spMk id="2" creationId="{3DA6AD9A-2E83-4B64-A482-B99A57BB8860}"/>
          </ac:spMkLst>
        </pc:spChg>
        <pc:spChg chg="del">
          <ac:chgData name="Emily Liu" userId="753d9ce0731d8491" providerId="LiveId" clId="{C5AD8AA0-7028-458A-9334-FF53AD87BA56}" dt="2020-07-24T06:43:04.210" v="1446"/>
          <ac:spMkLst>
            <pc:docMk/>
            <pc:sldMk cId="2538001394" sldId="261"/>
            <ac:spMk id="3" creationId="{8EBE809C-E90A-43D4-B1AE-57A0481BD4BE}"/>
          </ac:spMkLst>
        </pc:spChg>
        <pc:spChg chg="del">
          <ac:chgData name="Emily Liu" userId="753d9ce0731d8491" providerId="LiveId" clId="{C5AD8AA0-7028-458A-9334-FF53AD87BA56}" dt="2020-07-24T06:43:04.210" v="1446"/>
          <ac:spMkLst>
            <pc:docMk/>
            <pc:sldMk cId="2538001394" sldId="261"/>
            <ac:spMk id="4" creationId="{60B9F578-AD0D-4F75-A784-39B7F9D48432}"/>
          </ac:spMkLst>
        </pc:spChg>
        <pc:spChg chg="add mod">
          <ac:chgData name="Emily Liu" userId="753d9ce0731d8491" providerId="LiveId" clId="{C5AD8AA0-7028-458A-9334-FF53AD87BA56}" dt="2020-07-24T06:43:54.553" v="1535" actId="20577"/>
          <ac:spMkLst>
            <pc:docMk/>
            <pc:sldMk cId="2538001394" sldId="261"/>
            <ac:spMk id="5" creationId="{CCEBDE4F-2629-4A13-BE40-1D82C0890D36}"/>
          </ac:spMkLst>
        </pc:spChg>
      </pc:sldChg>
      <pc:sldChg chg="addSp delSp modSp ord modTransition setBg">
        <pc:chgData name="Emily Liu" userId="753d9ce0731d8491" providerId="LiveId" clId="{C5AD8AA0-7028-458A-9334-FF53AD87BA56}" dt="2020-07-24T20:05:19.238" v="1955"/>
        <pc:sldMkLst>
          <pc:docMk/>
          <pc:sldMk cId="1758318770" sldId="262"/>
        </pc:sldMkLst>
        <pc:spChg chg="add del mod">
          <ac:chgData name="Emily Liu" userId="753d9ce0731d8491" providerId="LiveId" clId="{C5AD8AA0-7028-458A-9334-FF53AD87BA56}" dt="2020-07-24T05:45:51.801" v="4"/>
          <ac:spMkLst>
            <pc:docMk/>
            <pc:sldMk cId="1758318770" sldId="262"/>
            <ac:spMk id="3" creationId="{40EA7D94-2B4B-4F53-8BCF-8A4FD7C0A576}"/>
          </ac:spMkLst>
        </pc:spChg>
        <pc:spChg chg="mod">
          <ac:chgData name="Emily Liu" userId="753d9ce0731d8491" providerId="LiveId" clId="{C5AD8AA0-7028-458A-9334-FF53AD87BA56}" dt="2020-07-24T05:52:28.698" v="114" actId="20577"/>
          <ac:spMkLst>
            <pc:docMk/>
            <pc:sldMk cId="1758318770" sldId="262"/>
            <ac:spMk id="5" creationId="{E339DA95-E903-4B14-80A4-3E8C57351168}"/>
          </ac:spMkLst>
        </pc:spChg>
      </pc:sldChg>
      <pc:sldChg chg="modSp add modTransition">
        <pc:chgData name="Emily Liu" userId="753d9ce0731d8491" providerId="LiveId" clId="{C5AD8AA0-7028-458A-9334-FF53AD87BA56}" dt="2020-07-24T05:55:33.366" v="139"/>
        <pc:sldMkLst>
          <pc:docMk/>
          <pc:sldMk cId="3283481699" sldId="263"/>
        </pc:sldMkLst>
        <pc:spChg chg="mod">
          <ac:chgData name="Emily Liu" userId="753d9ce0731d8491" providerId="LiveId" clId="{C5AD8AA0-7028-458A-9334-FF53AD87BA56}" dt="2020-07-24T05:55:26.800" v="138" actId="20577"/>
          <ac:spMkLst>
            <pc:docMk/>
            <pc:sldMk cId="3283481699" sldId="263"/>
            <ac:spMk id="2" creationId="{3DA6AD9A-2E83-4B64-A482-B99A57BB8860}"/>
          </ac:spMkLst>
        </pc:spChg>
      </pc:sldChg>
      <pc:sldChg chg="modSp add">
        <pc:chgData name="Emily Liu" userId="753d9ce0731d8491" providerId="LiveId" clId="{C5AD8AA0-7028-458A-9334-FF53AD87BA56}" dt="2020-07-24T06:53:09.881" v="1948" actId="20577"/>
        <pc:sldMkLst>
          <pc:docMk/>
          <pc:sldMk cId="2107220104" sldId="264"/>
        </pc:sldMkLst>
        <pc:spChg chg="mod">
          <ac:chgData name="Emily Liu" userId="753d9ce0731d8491" providerId="LiveId" clId="{C5AD8AA0-7028-458A-9334-FF53AD87BA56}" dt="2020-07-24T06:53:05.358" v="1945" actId="20577"/>
          <ac:spMkLst>
            <pc:docMk/>
            <pc:sldMk cId="2107220104" sldId="264"/>
            <ac:spMk id="2" creationId="{16444B47-E384-4EF1-81DE-A5E33615B248}"/>
          </ac:spMkLst>
        </pc:spChg>
        <pc:spChg chg="mod">
          <ac:chgData name="Emily Liu" userId="753d9ce0731d8491" providerId="LiveId" clId="{C5AD8AA0-7028-458A-9334-FF53AD87BA56}" dt="2020-07-24T06:53:09.881" v="1948" actId="20577"/>
          <ac:spMkLst>
            <pc:docMk/>
            <pc:sldMk cId="2107220104" sldId="264"/>
            <ac:spMk id="3" creationId="{2FDDFB9A-7A1C-4A6A-A44A-645EE20756E6}"/>
          </ac:spMkLst>
        </pc:spChg>
      </pc:sldChg>
      <pc:sldChg chg="addSp delSp modSp add">
        <pc:chgData name="Emily Liu" userId="753d9ce0731d8491" providerId="LiveId" clId="{C5AD8AA0-7028-458A-9334-FF53AD87BA56}" dt="2020-07-24T19:38:39.821" v="1950" actId="20577"/>
        <pc:sldMkLst>
          <pc:docMk/>
          <pc:sldMk cId="1126137712" sldId="265"/>
        </pc:sldMkLst>
        <pc:spChg chg="add del mod">
          <ac:chgData name="Emily Liu" userId="753d9ce0731d8491" providerId="LiveId" clId="{C5AD8AA0-7028-458A-9334-FF53AD87BA56}" dt="2020-07-24T06:05:56.191" v="396" actId="20577"/>
          <ac:spMkLst>
            <pc:docMk/>
            <pc:sldMk cId="1126137712" sldId="265"/>
            <ac:spMk id="2" creationId="{586B782E-18B4-4D5E-8EEF-72BDD46AF3AB}"/>
          </ac:spMkLst>
        </pc:spChg>
        <pc:spChg chg="del">
          <ac:chgData name="Emily Liu" userId="753d9ce0731d8491" providerId="LiveId" clId="{C5AD8AA0-7028-458A-9334-FF53AD87BA56}" dt="2020-07-24T05:57:33.769" v="284" actId="1032"/>
          <ac:spMkLst>
            <pc:docMk/>
            <pc:sldMk cId="1126137712" sldId="265"/>
            <ac:spMk id="3" creationId="{5970D80A-CEB7-43E0-9894-470E9FA6D713}"/>
          </ac:spMkLst>
        </pc:spChg>
        <pc:graphicFrameChg chg="add mod">
          <ac:chgData name="Emily Liu" userId="753d9ce0731d8491" providerId="LiveId" clId="{C5AD8AA0-7028-458A-9334-FF53AD87BA56}" dt="2020-07-24T19:38:39.821" v="1950" actId="20577"/>
          <ac:graphicFrameMkLst>
            <pc:docMk/>
            <pc:sldMk cId="1126137712" sldId="265"/>
            <ac:graphicFrameMk id="4" creationId="{8C547E5D-C1E8-4F81-90D8-EB5B21791425}"/>
          </ac:graphicFrameMkLst>
        </pc:graphicFrameChg>
        <pc:cxnChg chg="add mod ord">
          <ac:chgData name="Emily Liu" userId="753d9ce0731d8491" providerId="LiveId" clId="{C5AD8AA0-7028-458A-9334-FF53AD87BA56}" dt="2020-07-24T06:09:46.134" v="405" actId="167"/>
          <ac:cxnSpMkLst>
            <pc:docMk/>
            <pc:sldMk cId="1126137712" sldId="265"/>
            <ac:cxnSpMk id="6" creationId="{A0673868-E183-47CC-9CD7-8C98BC47071B}"/>
          </ac:cxnSpMkLst>
        </pc:cxnChg>
        <pc:cxnChg chg="add mod">
          <ac:chgData name="Emily Liu" userId="753d9ce0731d8491" providerId="LiveId" clId="{C5AD8AA0-7028-458A-9334-FF53AD87BA56}" dt="2020-07-24T06:06:58.405" v="398" actId="11529"/>
          <ac:cxnSpMkLst>
            <pc:docMk/>
            <pc:sldMk cId="1126137712" sldId="265"/>
            <ac:cxnSpMk id="8" creationId="{0A749367-39E5-4E5E-A2DE-4D55A3D8604B}"/>
          </ac:cxnSpMkLst>
        </pc:cxnChg>
      </pc:sldChg>
      <pc:sldChg chg="delSp modSp add setBg">
        <pc:chgData name="Emily Liu" userId="753d9ce0731d8491" providerId="LiveId" clId="{C5AD8AA0-7028-458A-9334-FF53AD87BA56}" dt="2020-07-24T06:17:14.539" v="774" actId="20577"/>
        <pc:sldMkLst>
          <pc:docMk/>
          <pc:sldMk cId="942501396" sldId="266"/>
        </pc:sldMkLst>
        <pc:spChg chg="mod">
          <ac:chgData name="Emily Liu" userId="753d9ce0731d8491" providerId="LiveId" clId="{C5AD8AA0-7028-458A-9334-FF53AD87BA56}" dt="2020-07-24T06:12:11.609" v="453" actId="20577"/>
          <ac:spMkLst>
            <pc:docMk/>
            <pc:sldMk cId="942501396" sldId="266"/>
            <ac:spMk id="2" creationId="{A0258CB8-C11B-46BB-BC49-E030980140A8}"/>
          </ac:spMkLst>
        </pc:spChg>
        <pc:spChg chg="mod">
          <ac:chgData name="Emily Liu" userId="753d9ce0731d8491" providerId="LiveId" clId="{C5AD8AA0-7028-458A-9334-FF53AD87BA56}" dt="2020-07-24T06:17:14.539" v="774" actId="20577"/>
          <ac:spMkLst>
            <pc:docMk/>
            <pc:sldMk cId="942501396" sldId="266"/>
            <ac:spMk id="4" creationId="{E2E0396D-392A-48E8-98F8-482AE1EE50C4}"/>
          </ac:spMkLst>
        </pc:spChg>
        <pc:spChg chg="del mod">
          <ac:chgData name="Emily Liu" userId="753d9ce0731d8491" providerId="LiveId" clId="{C5AD8AA0-7028-458A-9334-FF53AD87BA56}" dt="2020-07-24T06:12:20.783" v="455"/>
          <ac:spMkLst>
            <pc:docMk/>
            <pc:sldMk cId="942501396" sldId="266"/>
            <ac:spMk id="5" creationId="{6A95C44A-8A61-4569-A819-8E3DBE20F60E}"/>
          </ac:spMkLst>
        </pc:spChg>
      </pc:sldChg>
      <pc:sldChg chg="modSp add setBg">
        <pc:chgData name="Emily Liu" userId="753d9ce0731d8491" providerId="LiveId" clId="{C5AD8AA0-7028-458A-9334-FF53AD87BA56}" dt="2020-07-24T06:18:00.243" v="833" actId="207"/>
        <pc:sldMkLst>
          <pc:docMk/>
          <pc:sldMk cId="535161983" sldId="267"/>
        </pc:sldMkLst>
        <pc:spChg chg="mod">
          <ac:chgData name="Emily Liu" userId="753d9ce0731d8491" providerId="LiveId" clId="{C5AD8AA0-7028-458A-9334-FF53AD87BA56}" dt="2020-07-24T06:18:00.243" v="833" actId="207"/>
          <ac:spMkLst>
            <pc:docMk/>
            <pc:sldMk cId="535161983" sldId="267"/>
            <ac:spMk id="2" creationId="{A0258CB8-C11B-46BB-BC49-E030980140A8}"/>
          </ac:spMkLst>
        </pc:spChg>
        <pc:spChg chg="mod">
          <ac:chgData name="Emily Liu" userId="753d9ce0731d8491" providerId="LiveId" clId="{C5AD8AA0-7028-458A-9334-FF53AD87BA56}" dt="2020-07-24T06:17:41.721" v="829" actId="20577"/>
          <ac:spMkLst>
            <pc:docMk/>
            <pc:sldMk cId="535161983" sldId="267"/>
            <ac:spMk id="4" creationId="{E2E0396D-392A-48E8-98F8-482AE1EE50C4}"/>
          </ac:spMkLst>
        </pc:spChg>
      </pc:sldChg>
      <pc:sldChg chg="modSp add setBg">
        <pc:chgData name="Emily Liu" userId="753d9ce0731d8491" providerId="LiveId" clId="{C5AD8AA0-7028-458A-9334-FF53AD87BA56}" dt="2020-07-24T06:49:04.265" v="1915" actId="20577"/>
        <pc:sldMkLst>
          <pc:docMk/>
          <pc:sldMk cId="2001697382" sldId="268"/>
        </pc:sldMkLst>
        <pc:spChg chg="mod">
          <ac:chgData name="Emily Liu" userId="753d9ce0731d8491" providerId="LiveId" clId="{C5AD8AA0-7028-458A-9334-FF53AD87BA56}" dt="2020-07-24T06:39:11.836" v="1344" actId="20577"/>
          <ac:spMkLst>
            <pc:docMk/>
            <pc:sldMk cId="2001697382" sldId="268"/>
            <ac:spMk id="2" creationId="{A0258CB8-C11B-46BB-BC49-E030980140A8}"/>
          </ac:spMkLst>
        </pc:spChg>
        <pc:spChg chg="mod">
          <ac:chgData name="Emily Liu" userId="753d9ce0731d8491" providerId="LiveId" clId="{C5AD8AA0-7028-458A-9334-FF53AD87BA56}" dt="2020-07-24T06:49:04.265" v="1915" actId="20577"/>
          <ac:spMkLst>
            <pc:docMk/>
            <pc:sldMk cId="2001697382" sldId="268"/>
            <ac:spMk id="4" creationId="{E2E0396D-392A-48E8-98F8-482AE1EE50C4}"/>
          </ac:spMkLst>
        </pc:spChg>
      </pc:sldChg>
      <pc:sldChg chg="add setBg">
        <pc:chgData name="Emily Liu" userId="753d9ce0731d8491" providerId="LiveId" clId="{C5AD8AA0-7028-458A-9334-FF53AD87BA56}" dt="2020-07-24T20:05:07.826" v="1953"/>
        <pc:sldMkLst>
          <pc:docMk/>
          <pc:sldMk cId="825398742" sldId="269"/>
        </pc:sldMkLst>
      </pc:sldChg>
      <pc:sldChg chg="modSp add del setBg">
        <pc:chgData name="Emily Liu" userId="753d9ce0731d8491" providerId="LiveId" clId="{C5AD8AA0-7028-458A-9334-FF53AD87BA56}" dt="2020-07-24T20:04:51.632" v="1951" actId="2696"/>
        <pc:sldMkLst>
          <pc:docMk/>
          <pc:sldMk cId="3240167263" sldId="269"/>
        </pc:sldMkLst>
        <pc:spChg chg="mod">
          <ac:chgData name="Emily Liu" userId="753d9ce0731d8491" providerId="LiveId" clId="{C5AD8AA0-7028-458A-9334-FF53AD87BA56}" dt="2020-07-24T06:39:48.704" v="1373" actId="20577"/>
          <ac:spMkLst>
            <pc:docMk/>
            <pc:sldMk cId="3240167263" sldId="269"/>
            <ac:spMk id="2" creationId="{A0258CB8-C11B-46BB-BC49-E030980140A8}"/>
          </ac:spMkLst>
        </pc:spChg>
        <pc:spChg chg="mod">
          <ac:chgData name="Emily Liu" userId="753d9ce0731d8491" providerId="LiveId" clId="{C5AD8AA0-7028-458A-9334-FF53AD87BA56}" dt="2020-07-24T06:49:30.891" v="1923" actId="20577"/>
          <ac:spMkLst>
            <pc:docMk/>
            <pc:sldMk cId="3240167263" sldId="269"/>
            <ac:spMk id="4" creationId="{E2E0396D-392A-48E8-98F8-482AE1EE50C4}"/>
          </ac:spMkLst>
        </pc:spChg>
      </pc:sldChg>
      <pc:sldChg chg="modSp add setBg">
        <pc:chgData name="Emily Liu" userId="753d9ce0731d8491" providerId="LiveId" clId="{C5AD8AA0-7028-458A-9334-FF53AD87BA56}" dt="2020-07-24T06:47:33.770" v="1722" actId="20577"/>
        <pc:sldMkLst>
          <pc:docMk/>
          <pc:sldMk cId="3083328179" sldId="270"/>
        </pc:sldMkLst>
        <pc:spChg chg="mod">
          <ac:chgData name="Emily Liu" userId="753d9ce0731d8491" providerId="LiveId" clId="{C5AD8AA0-7028-458A-9334-FF53AD87BA56}" dt="2020-07-24T06:46:16.093" v="1598" actId="20577"/>
          <ac:spMkLst>
            <pc:docMk/>
            <pc:sldMk cId="3083328179" sldId="270"/>
            <ac:spMk id="2" creationId="{A0258CB8-C11B-46BB-BC49-E030980140A8}"/>
          </ac:spMkLst>
        </pc:spChg>
        <pc:spChg chg="mod">
          <ac:chgData name="Emily Liu" userId="753d9ce0731d8491" providerId="LiveId" clId="{C5AD8AA0-7028-458A-9334-FF53AD87BA56}" dt="2020-07-24T06:47:33.770" v="1722" actId="20577"/>
          <ac:spMkLst>
            <pc:docMk/>
            <pc:sldMk cId="3083328179" sldId="270"/>
            <ac:spMk id="4" creationId="{E2E0396D-392A-48E8-98F8-482AE1EE50C4}"/>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3B040BD-5B0D-4472-ADEB-FB65C983106C}"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US"/>
        </a:p>
      </dgm:t>
    </dgm:pt>
    <dgm:pt modelId="{55395B5B-F408-4AE6-B5F7-FDCF69C1939C}">
      <dgm:prSet phldrT="[Text]"/>
      <dgm:spPr>
        <a:solidFill>
          <a:srgbClr val="BDA29F"/>
        </a:solidFill>
      </dgm:spPr>
      <dgm:t>
        <a:bodyPr/>
        <a:lstStyle/>
        <a:p>
          <a:r>
            <a:rPr lang="en-US" dirty="0"/>
            <a:t>PokemonG3</a:t>
          </a:r>
        </a:p>
      </dgm:t>
    </dgm:pt>
    <dgm:pt modelId="{09884949-084A-4C0C-BFDB-C326FA1A17D5}" type="parTrans" cxnId="{2897FD7C-E467-43AF-BFDA-47AA927AC68F}">
      <dgm:prSet/>
      <dgm:spPr/>
      <dgm:t>
        <a:bodyPr/>
        <a:lstStyle/>
        <a:p>
          <a:endParaRPr lang="en-US"/>
        </a:p>
      </dgm:t>
    </dgm:pt>
    <dgm:pt modelId="{1A636E3E-E569-4122-8A0E-BD306030C4E0}" type="sibTrans" cxnId="{2897FD7C-E467-43AF-BFDA-47AA927AC68F}">
      <dgm:prSet/>
      <dgm:spPr/>
      <dgm:t>
        <a:bodyPr/>
        <a:lstStyle/>
        <a:p>
          <a:endParaRPr lang="en-US"/>
        </a:p>
      </dgm:t>
    </dgm:pt>
    <dgm:pt modelId="{E2FE0495-ECBC-4679-9301-1ABB48A5D746}">
      <dgm:prSet/>
      <dgm:spPr>
        <a:solidFill>
          <a:srgbClr val="F7BBEE"/>
        </a:solidFill>
      </dgm:spPr>
      <dgm:t>
        <a:bodyPr/>
        <a:lstStyle/>
        <a:p>
          <a:r>
            <a:rPr lang="en-US" dirty="0" err="1"/>
            <a:t>EVMods</a:t>
          </a:r>
          <a:endParaRPr lang="en-US" dirty="0"/>
        </a:p>
      </dgm:t>
    </dgm:pt>
    <dgm:pt modelId="{C0ECFB0B-2B5C-4ABF-B9C4-A470EC6343F0}" type="parTrans" cxnId="{95878BE4-674C-4A6C-9FB4-DE6D11B9CC81}">
      <dgm:prSet/>
      <dgm:spPr/>
      <dgm:t>
        <a:bodyPr/>
        <a:lstStyle/>
        <a:p>
          <a:endParaRPr lang="en-US"/>
        </a:p>
      </dgm:t>
    </dgm:pt>
    <dgm:pt modelId="{101B6267-18D3-4622-AA87-8AFD7425E1B0}" type="sibTrans" cxnId="{95878BE4-674C-4A6C-9FB4-DE6D11B9CC81}">
      <dgm:prSet/>
      <dgm:spPr/>
      <dgm:t>
        <a:bodyPr/>
        <a:lstStyle/>
        <a:p>
          <a:endParaRPr lang="en-US"/>
        </a:p>
      </dgm:t>
    </dgm:pt>
    <dgm:pt modelId="{9CCEF8ED-6F3F-4013-B9A7-D173561B1DB5}">
      <dgm:prSet/>
      <dgm:spPr/>
      <dgm:t>
        <a:bodyPr/>
        <a:lstStyle/>
        <a:p>
          <a:r>
            <a:rPr lang="en-US" dirty="0"/>
            <a:t>PokemonG4</a:t>
          </a:r>
        </a:p>
      </dgm:t>
    </dgm:pt>
    <dgm:pt modelId="{9254D009-95F6-4DA5-AF6A-8AB07DDD074A}" type="parTrans" cxnId="{7ECB37E7-1275-485D-A228-E2D7323437C7}">
      <dgm:prSet/>
      <dgm:spPr/>
      <dgm:t>
        <a:bodyPr/>
        <a:lstStyle/>
        <a:p>
          <a:endParaRPr lang="en-US"/>
        </a:p>
      </dgm:t>
    </dgm:pt>
    <dgm:pt modelId="{47AF5D56-CF10-4445-945D-30B33E3A50A6}" type="sibTrans" cxnId="{7ECB37E7-1275-485D-A228-E2D7323437C7}">
      <dgm:prSet/>
      <dgm:spPr/>
      <dgm:t>
        <a:bodyPr/>
        <a:lstStyle/>
        <a:p>
          <a:endParaRPr lang="en-US"/>
        </a:p>
      </dgm:t>
    </dgm:pt>
    <dgm:pt modelId="{6CFE9FC3-3DE8-44FC-884D-EB04D639CA2F}" type="pres">
      <dgm:prSet presAssocID="{D3B040BD-5B0D-4472-ADEB-FB65C983106C}" presName="diagram" presStyleCnt="0">
        <dgm:presLayoutVars>
          <dgm:chPref val="1"/>
          <dgm:dir/>
          <dgm:animOne val="branch"/>
          <dgm:animLvl val="lvl"/>
          <dgm:resizeHandles val="exact"/>
        </dgm:presLayoutVars>
      </dgm:prSet>
      <dgm:spPr/>
    </dgm:pt>
    <dgm:pt modelId="{69A0D9E9-2158-4CEB-804A-BF2CABE99000}" type="pres">
      <dgm:prSet presAssocID="{E2FE0495-ECBC-4679-9301-1ABB48A5D746}" presName="root1" presStyleCnt="0"/>
      <dgm:spPr/>
    </dgm:pt>
    <dgm:pt modelId="{C8E9CBD6-6523-4C87-B71B-FE401A040FF1}" type="pres">
      <dgm:prSet presAssocID="{E2FE0495-ECBC-4679-9301-1ABB48A5D746}" presName="LevelOneTextNode" presStyleLbl="node0" presStyleIdx="0" presStyleCnt="1">
        <dgm:presLayoutVars>
          <dgm:chPref val="3"/>
        </dgm:presLayoutVars>
      </dgm:prSet>
      <dgm:spPr/>
    </dgm:pt>
    <dgm:pt modelId="{A02107FD-AB6B-4FBC-B30F-5AB339BF7B86}" type="pres">
      <dgm:prSet presAssocID="{E2FE0495-ECBC-4679-9301-1ABB48A5D746}" presName="level2hierChild" presStyleCnt="0"/>
      <dgm:spPr/>
    </dgm:pt>
    <dgm:pt modelId="{DE7CA87A-E23A-45B0-9ACD-88B63A3D6C92}" type="pres">
      <dgm:prSet presAssocID="{09884949-084A-4C0C-BFDB-C326FA1A17D5}" presName="conn2-1" presStyleLbl="parChTrans1D2" presStyleIdx="0" presStyleCnt="1"/>
      <dgm:spPr/>
    </dgm:pt>
    <dgm:pt modelId="{2D0B4797-684A-42DF-BAFC-F41013DCD4AD}" type="pres">
      <dgm:prSet presAssocID="{09884949-084A-4C0C-BFDB-C326FA1A17D5}" presName="connTx" presStyleLbl="parChTrans1D2" presStyleIdx="0" presStyleCnt="1"/>
      <dgm:spPr/>
    </dgm:pt>
    <dgm:pt modelId="{C13F199B-9144-45AE-96F8-3075E9D4024D}" type="pres">
      <dgm:prSet presAssocID="{55395B5B-F408-4AE6-B5F7-FDCF69C1939C}" presName="root2" presStyleCnt="0"/>
      <dgm:spPr/>
    </dgm:pt>
    <dgm:pt modelId="{97413047-90FF-4E9B-8070-C1420D9BA39F}" type="pres">
      <dgm:prSet presAssocID="{55395B5B-F408-4AE6-B5F7-FDCF69C1939C}" presName="LevelTwoTextNode" presStyleLbl="node2" presStyleIdx="0" presStyleCnt="1">
        <dgm:presLayoutVars>
          <dgm:chPref val="3"/>
        </dgm:presLayoutVars>
      </dgm:prSet>
      <dgm:spPr/>
    </dgm:pt>
    <dgm:pt modelId="{A98A0F78-3356-4691-935C-3CBA6B7835B3}" type="pres">
      <dgm:prSet presAssocID="{55395B5B-F408-4AE6-B5F7-FDCF69C1939C}" presName="level3hierChild" presStyleCnt="0"/>
      <dgm:spPr/>
    </dgm:pt>
    <dgm:pt modelId="{D3D9519F-87CC-4125-810C-93BFABE2D170}" type="pres">
      <dgm:prSet presAssocID="{9254D009-95F6-4DA5-AF6A-8AB07DDD074A}" presName="conn2-1" presStyleLbl="parChTrans1D3" presStyleIdx="0" presStyleCnt="1"/>
      <dgm:spPr/>
    </dgm:pt>
    <dgm:pt modelId="{430D3FBA-3DC1-4963-9D46-6FAAECC70D94}" type="pres">
      <dgm:prSet presAssocID="{9254D009-95F6-4DA5-AF6A-8AB07DDD074A}" presName="connTx" presStyleLbl="parChTrans1D3" presStyleIdx="0" presStyleCnt="1"/>
      <dgm:spPr/>
    </dgm:pt>
    <dgm:pt modelId="{0E5ACF4A-5D83-4756-B020-3EDEAA10B1A5}" type="pres">
      <dgm:prSet presAssocID="{9CCEF8ED-6F3F-4013-B9A7-D173561B1DB5}" presName="root2" presStyleCnt="0"/>
      <dgm:spPr/>
    </dgm:pt>
    <dgm:pt modelId="{4BAECFCD-37E3-441B-8F9E-10E7C29F2690}" type="pres">
      <dgm:prSet presAssocID="{9CCEF8ED-6F3F-4013-B9A7-D173561B1DB5}" presName="LevelTwoTextNode" presStyleLbl="node3" presStyleIdx="0" presStyleCnt="1">
        <dgm:presLayoutVars>
          <dgm:chPref val="3"/>
        </dgm:presLayoutVars>
      </dgm:prSet>
      <dgm:spPr/>
    </dgm:pt>
    <dgm:pt modelId="{B2A414AE-02EA-40F2-9C8E-C64BBA17158F}" type="pres">
      <dgm:prSet presAssocID="{9CCEF8ED-6F3F-4013-B9A7-D173561B1DB5}" presName="level3hierChild" presStyleCnt="0"/>
      <dgm:spPr/>
    </dgm:pt>
  </dgm:ptLst>
  <dgm:cxnLst>
    <dgm:cxn modelId="{79269D06-0D3E-47B3-90E6-F57A229AF2DA}" type="presOf" srcId="{9254D009-95F6-4DA5-AF6A-8AB07DDD074A}" destId="{D3D9519F-87CC-4125-810C-93BFABE2D170}" srcOrd="0" destOrd="0" presId="urn:microsoft.com/office/officeart/2005/8/layout/hierarchy2"/>
    <dgm:cxn modelId="{0EE00307-8C7E-4728-A874-9D0F3751448B}" type="presOf" srcId="{09884949-084A-4C0C-BFDB-C326FA1A17D5}" destId="{2D0B4797-684A-42DF-BAFC-F41013DCD4AD}" srcOrd="1" destOrd="0" presId="urn:microsoft.com/office/officeart/2005/8/layout/hierarchy2"/>
    <dgm:cxn modelId="{492A454C-A9DD-4E34-AD75-39C110F63C9B}" type="presOf" srcId="{9254D009-95F6-4DA5-AF6A-8AB07DDD074A}" destId="{430D3FBA-3DC1-4963-9D46-6FAAECC70D94}" srcOrd="1" destOrd="0" presId="urn:microsoft.com/office/officeart/2005/8/layout/hierarchy2"/>
    <dgm:cxn modelId="{EC404A73-2DEE-462A-BB77-19F97034A27C}" type="presOf" srcId="{09884949-084A-4C0C-BFDB-C326FA1A17D5}" destId="{DE7CA87A-E23A-45B0-9ACD-88B63A3D6C92}" srcOrd="0" destOrd="0" presId="urn:microsoft.com/office/officeart/2005/8/layout/hierarchy2"/>
    <dgm:cxn modelId="{2897FD7C-E467-43AF-BFDA-47AA927AC68F}" srcId="{E2FE0495-ECBC-4679-9301-1ABB48A5D746}" destId="{55395B5B-F408-4AE6-B5F7-FDCF69C1939C}" srcOrd="0" destOrd="0" parTransId="{09884949-084A-4C0C-BFDB-C326FA1A17D5}" sibTransId="{1A636E3E-E569-4122-8A0E-BD306030C4E0}"/>
    <dgm:cxn modelId="{BB34317D-5B67-4C23-868E-2B5610652928}" type="presOf" srcId="{55395B5B-F408-4AE6-B5F7-FDCF69C1939C}" destId="{97413047-90FF-4E9B-8070-C1420D9BA39F}" srcOrd="0" destOrd="0" presId="urn:microsoft.com/office/officeart/2005/8/layout/hierarchy2"/>
    <dgm:cxn modelId="{1951F589-DA35-4E8D-A147-2F59343B6A0D}" type="presOf" srcId="{9CCEF8ED-6F3F-4013-B9A7-D173561B1DB5}" destId="{4BAECFCD-37E3-441B-8F9E-10E7C29F2690}" srcOrd="0" destOrd="0" presId="urn:microsoft.com/office/officeart/2005/8/layout/hierarchy2"/>
    <dgm:cxn modelId="{CE911E9D-DC92-42D3-8996-65626081EA8D}" type="presOf" srcId="{E2FE0495-ECBC-4679-9301-1ABB48A5D746}" destId="{C8E9CBD6-6523-4C87-B71B-FE401A040FF1}" srcOrd="0" destOrd="0" presId="urn:microsoft.com/office/officeart/2005/8/layout/hierarchy2"/>
    <dgm:cxn modelId="{95878BE4-674C-4A6C-9FB4-DE6D11B9CC81}" srcId="{D3B040BD-5B0D-4472-ADEB-FB65C983106C}" destId="{E2FE0495-ECBC-4679-9301-1ABB48A5D746}" srcOrd="0" destOrd="0" parTransId="{C0ECFB0B-2B5C-4ABF-B9C4-A470EC6343F0}" sibTransId="{101B6267-18D3-4622-AA87-8AFD7425E1B0}"/>
    <dgm:cxn modelId="{7ECB37E7-1275-485D-A228-E2D7323437C7}" srcId="{55395B5B-F408-4AE6-B5F7-FDCF69C1939C}" destId="{9CCEF8ED-6F3F-4013-B9A7-D173561B1DB5}" srcOrd="0" destOrd="0" parTransId="{9254D009-95F6-4DA5-AF6A-8AB07DDD074A}" sibTransId="{47AF5D56-CF10-4445-945D-30B33E3A50A6}"/>
    <dgm:cxn modelId="{A5782DF7-FE88-4E37-9110-C9A254A165C8}" type="presOf" srcId="{D3B040BD-5B0D-4472-ADEB-FB65C983106C}" destId="{6CFE9FC3-3DE8-44FC-884D-EB04D639CA2F}" srcOrd="0" destOrd="0" presId="urn:microsoft.com/office/officeart/2005/8/layout/hierarchy2"/>
    <dgm:cxn modelId="{20B147FF-0869-4D6C-AF30-CC4DD434FDC6}" type="presParOf" srcId="{6CFE9FC3-3DE8-44FC-884D-EB04D639CA2F}" destId="{69A0D9E9-2158-4CEB-804A-BF2CABE99000}" srcOrd="0" destOrd="0" presId="urn:microsoft.com/office/officeart/2005/8/layout/hierarchy2"/>
    <dgm:cxn modelId="{6C466CA6-C706-45F2-8802-3F3AC84752D3}" type="presParOf" srcId="{69A0D9E9-2158-4CEB-804A-BF2CABE99000}" destId="{C8E9CBD6-6523-4C87-B71B-FE401A040FF1}" srcOrd="0" destOrd="0" presId="urn:microsoft.com/office/officeart/2005/8/layout/hierarchy2"/>
    <dgm:cxn modelId="{43D2CD77-7720-4A4D-BDC9-778FADEAC655}" type="presParOf" srcId="{69A0D9E9-2158-4CEB-804A-BF2CABE99000}" destId="{A02107FD-AB6B-4FBC-B30F-5AB339BF7B86}" srcOrd="1" destOrd="0" presId="urn:microsoft.com/office/officeart/2005/8/layout/hierarchy2"/>
    <dgm:cxn modelId="{C9AC6B25-6F35-4AB8-BE77-18A2BE3C2AAF}" type="presParOf" srcId="{A02107FD-AB6B-4FBC-B30F-5AB339BF7B86}" destId="{DE7CA87A-E23A-45B0-9ACD-88B63A3D6C92}" srcOrd="0" destOrd="0" presId="urn:microsoft.com/office/officeart/2005/8/layout/hierarchy2"/>
    <dgm:cxn modelId="{FDC30C8E-703F-499D-AB49-53273FC6FF0E}" type="presParOf" srcId="{DE7CA87A-E23A-45B0-9ACD-88B63A3D6C92}" destId="{2D0B4797-684A-42DF-BAFC-F41013DCD4AD}" srcOrd="0" destOrd="0" presId="urn:microsoft.com/office/officeart/2005/8/layout/hierarchy2"/>
    <dgm:cxn modelId="{F340D519-BC16-457D-88D0-4D1252045533}" type="presParOf" srcId="{A02107FD-AB6B-4FBC-B30F-5AB339BF7B86}" destId="{C13F199B-9144-45AE-96F8-3075E9D4024D}" srcOrd="1" destOrd="0" presId="urn:microsoft.com/office/officeart/2005/8/layout/hierarchy2"/>
    <dgm:cxn modelId="{44FBC99E-E4A4-4AE5-9A52-6640B058B384}" type="presParOf" srcId="{C13F199B-9144-45AE-96F8-3075E9D4024D}" destId="{97413047-90FF-4E9B-8070-C1420D9BA39F}" srcOrd="0" destOrd="0" presId="urn:microsoft.com/office/officeart/2005/8/layout/hierarchy2"/>
    <dgm:cxn modelId="{A89B7393-FEA7-4B46-A21B-39E4773F278A}" type="presParOf" srcId="{C13F199B-9144-45AE-96F8-3075E9D4024D}" destId="{A98A0F78-3356-4691-935C-3CBA6B7835B3}" srcOrd="1" destOrd="0" presId="urn:microsoft.com/office/officeart/2005/8/layout/hierarchy2"/>
    <dgm:cxn modelId="{B2AAEA09-CCE3-4897-AA32-F988091DD45E}" type="presParOf" srcId="{A98A0F78-3356-4691-935C-3CBA6B7835B3}" destId="{D3D9519F-87CC-4125-810C-93BFABE2D170}" srcOrd="0" destOrd="0" presId="urn:microsoft.com/office/officeart/2005/8/layout/hierarchy2"/>
    <dgm:cxn modelId="{DC57D4FA-F121-40D0-8A9E-D5B6EF0DEE39}" type="presParOf" srcId="{D3D9519F-87CC-4125-810C-93BFABE2D170}" destId="{430D3FBA-3DC1-4963-9D46-6FAAECC70D94}" srcOrd="0" destOrd="0" presId="urn:microsoft.com/office/officeart/2005/8/layout/hierarchy2"/>
    <dgm:cxn modelId="{026C0182-DF58-405D-8DAA-5B40A44C48E3}" type="presParOf" srcId="{A98A0F78-3356-4691-935C-3CBA6B7835B3}" destId="{0E5ACF4A-5D83-4756-B020-3EDEAA10B1A5}" srcOrd="1" destOrd="0" presId="urn:microsoft.com/office/officeart/2005/8/layout/hierarchy2"/>
    <dgm:cxn modelId="{D70D1B72-F12E-4ECD-8F69-B45FDE362FC2}" type="presParOf" srcId="{0E5ACF4A-5D83-4756-B020-3EDEAA10B1A5}" destId="{4BAECFCD-37E3-441B-8F9E-10E7C29F2690}" srcOrd="0" destOrd="0" presId="urn:microsoft.com/office/officeart/2005/8/layout/hierarchy2"/>
    <dgm:cxn modelId="{FB654B5D-EC81-49FA-B4B2-6F07A7163CAB}" type="presParOf" srcId="{0E5ACF4A-5D83-4756-B020-3EDEAA10B1A5}" destId="{B2A414AE-02EA-40F2-9C8E-C64BBA17158F}"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2C50B3E-D89D-4CF0-88F0-9A122B4B367A}"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C715ED2A-C7A6-46C5-AC1B-AD81A5EF0CD5}">
      <dgm:prSet phldrT="[Text]"/>
      <dgm:spPr>
        <a:solidFill>
          <a:schemeClr val="accent2"/>
        </a:solidFill>
      </dgm:spPr>
      <dgm:t>
        <a:bodyPr/>
        <a:lstStyle/>
        <a:p>
          <a:r>
            <a:rPr lang="en-US" dirty="0" err="1"/>
            <a:t>atk</a:t>
          </a:r>
          <a:endParaRPr lang="en-US" dirty="0"/>
        </a:p>
      </dgm:t>
    </dgm:pt>
    <dgm:pt modelId="{2B926DD3-191A-4BBD-B104-2C22C2A85B98}" type="parTrans" cxnId="{0494FFE7-B386-4F33-A524-5219D44F5E50}">
      <dgm:prSet/>
      <dgm:spPr/>
      <dgm:t>
        <a:bodyPr/>
        <a:lstStyle/>
        <a:p>
          <a:endParaRPr lang="en-US"/>
        </a:p>
      </dgm:t>
    </dgm:pt>
    <dgm:pt modelId="{9792DE63-6631-42E4-8DC3-D19C9EC64DEC}" type="sibTrans" cxnId="{0494FFE7-B386-4F33-A524-5219D44F5E50}">
      <dgm:prSet/>
      <dgm:spPr/>
      <dgm:t>
        <a:bodyPr/>
        <a:lstStyle/>
        <a:p>
          <a:endParaRPr lang="en-US"/>
        </a:p>
      </dgm:t>
    </dgm:pt>
    <dgm:pt modelId="{C4D37685-E806-49A1-9864-573BFA670DD4}">
      <dgm:prSet phldrT="[Text]"/>
      <dgm:spPr>
        <a:solidFill>
          <a:schemeClr val="accent4"/>
        </a:solidFill>
      </dgm:spPr>
      <dgm:t>
        <a:bodyPr/>
        <a:lstStyle/>
        <a:p>
          <a:r>
            <a:rPr lang="en-US" dirty="0"/>
            <a:t>def</a:t>
          </a:r>
        </a:p>
      </dgm:t>
    </dgm:pt>
    <dgm:pt modelId="{1FD3E3EE-6BA6-451D-9FA0-F596E9632023}" type="parTrans" cxnId="{619C6432-A4FF-4664-BE9B-74E92DACC665}">
      <dgm:prSet/>
      <dgm:spPr/>
      <dgm:t>
        <a:bodyPr/>
        <a:lstStyle/>
        <a:p>
          <a:endParaRPr lang="en-US"/>
        </a:p>
      </dgm:t>
    </dgm:pt>
    <dgm:pt modelId="{E349ACB9-14BF-4B2E-A874-6D79330BE1DA}" type="sibTrans" cxnId="{619C6432-A4FF-4664-BE9B-74E92DACC665}">
      <dgm:prSet/>
      <dgm:spPr/>
      <dgm:t>
        <a:bodyPr/>
        <a:lstStyle/>
        <a:p>
          <a:endParaRPr lang="en-US"/>
        </a:p>
      </dgm:t>
    </dgm:pt>
    <dgm:pt modelId="{71C881FD-3D6C-4B48-8131-2972A6BA55BD}">
      <dgm:prSet phldrT="[Text]"/>
      <dgm:spPr/>
      <dgm:t>
        <a:bodyPr/>
        <a:lstStyle/>
        <a:p>
          <a:r>
            <a:rPr lang="en-US" dirty="0" err="1"/>
            <a:t>spAtk</a:t>
          </a:r>
          <a:endParaRPr lang="en-US" dirty="0"/>
        </a:p>
      </dgm:t>
    </dgm:pt>
    <dgm:pt modelId="{D980FC50-618C-49F9-B67D-1D2CD004E25B}" type="parTrans" cxnId="{710F71E1-1C22-45A7-810A-ADC19DB80950}">
      <dgm:prSet/>
      <dgm:spPr/>
      <dgm:t>
        <a:bodyPr/>
        <a:lstStyle/>
        <a:p>
          <a:endParaRPr lang="en-US"/>
        </a:p>
      </dgm:t>
    </dgm:pt>
    <dgm:pt modelId="{B5F98909-C78B-450F-85AC-0BCF3BF5E0FC}" type="sibTrans" cxnId="{710F71E1-1C22-45A7-810A-ADC19DB80950}">
      <dgm:prSet/>
      <dgm:spPr/>
      <dgm:t>
        <a:bodyPr/>
        <a:lstStyle/>
        <a:p>
          <a:endParaRPr lang="en-US"/>
        </a:p>
      </dgm:t>
    </dgm:pt>
    <dgm:pt modelId="{F39859AC-74F4-45B8-9C0A-35D5BB07969E}">
      <dgm:prSet phldrT="[Text]"/>
      <dgm:spPr>
        <a:solidFill>
          <a:schemeClr val="accent6"/>
        </a:solidFill>
      </dgm:spPr>
      <dgm:t>
        <a:bodyPr/>
        <a:lstStyle/>
        <a:p>
          <a:r>
            <a:rPr lang="en-US"/>
            <a:t>spDef</a:t>
          </a:r>
          <a:endParaRPr lang="en-US" dirty="0"/>
        </a:p>
      </dgm:t>
    </dgm:pt>
    <dgm:pt modelId="{D9EEE15A-5C0C-4CC5-AC1E-D9BDDD553B54}" type="parTrans" cxnId="{AB26FE52-A871-496A-A285-5EC851E794C3}">
      <dgm:prSet/>
      <dgm:spPr/>
      <dgm:t>
        <a:bodyPr/>
        <a:lstStyle/>
        <a:p>
          <a:endParaRPr lang="en-US"/>
        </a:p>
      </dgm:t>
    </dgm:pt>
    <dgm:pt modelId="{FF215257-D161-4735-9E3B-1A32C0B2ECC1}" type="sibTrans" cxnId="{AB26FE52-A871-496A-A285-5EC851E794C3}">
      <dgm:prSet/>
      <dgm:spPr/>
      <dgm:t>
        <a:bodyPr/>
        <a:lstStyle/>
        <a:p>
          <a:endParaRPr lang="en-US"/>
        </a:p>
      </dgm:t>
    </dgm:pt>
    <dgm:pt modelId="{759C6C25-1B44-4CF7-AA90-4FA7C97ADB23}">
      <dgm:prSet phldrT="[Text]"/>
      <dgm:spPr>
        <a:solidFill>
          <a:srgbClr val="E50101"/>
        </a:solidFill>
      </dgm:spPr>
      <dgm:t>
        <a:bodyPr/>
        <a:lstStyle/>
        <a:p>
          <a:r>
            <a:rPr lang="en-US" dirty="0"/>
            <a:t>hp</a:t>
          </a:r>
        </a:p>
      </dgm:t>
    </dgm:pt>
    <dgm:pt modelId="{99EAE7CE-087B-4BD1-8D75-C474D8666757}" type="parTrans" cxnId="{21E92EC2-4194-40C7-AE11-84D5947C20E9}">
      <dgm:prSet/>
      <dgm:spPr/>
      <dgm:t>
        <a:bodyPr/>
        <a:lstStyle/>
        <a:p>
          <a:endParaRPr lang="en-US"/>
        </a:p>
      </dgm:t>
    </dgm:pt>
    <dgm:pt modelId="{6BA01455-FB7D-4835-B9E8-17DC21D2E271}" type="sibTrans" cxnId="{21E92EC2-4194-40C7-AE11-84D5947C20E9}">
      <dgm:prSet/>
      <dgm:spPr/>
      <dgm:t>
        <a:bodyPr/>
        <a:lstStyle/>
        <a:p>
          <a:endParaRPr lang="en-US"/>
        </a:p>
      </dgm:t>
    </dgm:pt>
    <dgm:pt modelId="{C0ABF89C-4CA8-451E-AF17-CEC2DA1783A5}">
      <dgm:prSet phldrT="[Text]"/>
      <dgm:spPr>
        <a:solidFill>
          <a:srgbClr val="FF118E"/>
        </a:solidFill>
      </dgm:spPr>
      <dgm:t>
        <a:bodyPr/>
        <a:lstStyle/>
        <a:p>
          <a:r>
            <a:rPr lang="en-US" dirty="0" err="1"/>
            <a:t>spd</a:t>
          </a:r>
          <a:endParaRPr lang="en-US" dirty="0"/>
        </a:p>
      </dgm:t>
    </dgm:pt>
    <dgm:pt modelId="{EFAB3742-49DF-4C33-BA27-B85D9FCB373A}" type="parTrans" cxnId="{0EA02481-7DE8-40CD-9BEA-3C089168D65F}">
      <dgm:prSet/>
      <dgm:spPr/>
      <dgm:t>
        <a:bodyPr/>
        <a:lstStyle/>
        <a:p>
          <a:endParaRPr lang="en-US"/>
        </a:p>
      </dgm:t>
    </dgm:pt>
    <dgm:pt modelId="{8B5EC90B-5948-4C0E-BEFF-7A2890F5896C}" type="sibTrans" cxnId="{0EA02481-7DE8-40CD-9BEA-3C089168D65F}">
      <dgm:prSet/>
      <dgm:spPr/>
      <dgm:t>
        <a:bodyPr/>
        <a:lstStyle/>
        <a:p>
          <a:endParaRPr lang="en-US"/>
        </a:p>
      </dgm:t>
    </dgm:pt>
    <dgm:pt modelId="{DC1F84FE-F7C8-4A27-82C6-7C098BBB11F8}" type="pres">
      <dgm:prSet presAssocID="{B2C50B3E-D89D-4CF0-88F0-9A122B4B367A}" presName="diagram" presStyleCnt="0">
        <dgm:presLayoutVars>
          <dgm:dir/>
          <dgm:resizeHandles val="exact"/>
        </dgm:presLayoutVars>
      </dgm:prSet>
      <dgm:spPr/>
    </dgm:pt>
    <dgm:pt modelId="{20C20ACC-813F-4E4B-B956-151533D65FC0}" type="pres">
      <dgm:prSet presAssocID="{C715ED2A-C7A6-46C5-AC1B-AD81A5EF0CD5}" presName="node" presStyleLbl="node1" presStyleIdx="0" presStyleCnt="6" custLinFactNeighborX="1217" custLinFactNeighborY="-144">
        <dgm:presLayoutVars>
          <dgm:bulletEnabled val="1"/>
        </dgm:presLayoutVars>
      </dgm:prSet>
      <dgm:spPr/>
    </dgm:pt>
    <dgm:pt modelId="{9CEAFC58-80AA-460D-B72E-32391D432137}" type="pres">
      <dgm:prSet presAssocID="{9792DE63-6631-42E4-8DC3-D19C9EC64DEC}" presName="sibTrans" presStyleCnt="0"/>
      <dgm:spPr/>
    </dgm:pt>
    <dgm:pt modelId="{79370C7E-589A-4347-8167-3B1833BB07A1}" type="pres">
      <dgm:prSet presAssocID="{C4D37685-E806-49A1-9864-573BFA670DD4}" presName="node" presStyleLbl="node1" presStyleIdx="1" presStyleCnt="6" custLinFactNeighborX="1217" custLinFactNeighborY="-144">
        <dgm:presLayoutVars>
          <dgm:bulletEnabled val="1"/>
        </dgm:presLayoutVars>
      </dgm:prSet>
      <dgm:spPr/>
    </dgm:pt>
    <dgm:pt modelId="{21ABBDFB-B880-4945-BB3E-828BD16ACCC7}" type="pres">
      <dgm:prSet presAssocID="{E349ACB9-14BF-4B2E-A874-6D79330BE1DA}" presName="sibTrans" presStyleCnt="0"/>
      <dgm:spPr/>
    </dgm:pt>
    <dgm:pt modelId="{A4FA374D-094B-4CAB-A52D-0A19C1E0D456}" type="pres">
      <dgm:prSet presAssocID="{759C6C25-1B44-4CF7-AA90-4FA7C97ADB23}" presName="node" presStyleLbl="node1" presStyleIdx="2" presStyleCnt="6" custLinFactY="16667" custLinFactNeighborX="1217" custLinFactNeighborY="100000">
        <dgm:presLayoutVars>
          <dgm:bulletEnabled val="1"/>
        </dgm:presLayoutVars>
      </dgm:prSet>
      <dgm:spPr/>
    </dgm:pt>
    <dgm:pt modelId="{88804BC0-CB23-475D-BC95-68C4B3803CC0}" type="pres">
      <dgm:prSet presAssocID="{6BA01455-FB7D-4835-B9E8-17DC21D2E271}" presName="sibTrans" presStyleCnt="0"/>
      <dgm:spPr/>
    </dgm:pt>
    <dgm:pt modelId="{24D36BF5-6666-42E6-9B74-C9F0C1936925}" type="pres">
      <dgm:prSet presAssocID="{C0ABF89C-4CA8-451E-AF17-CEC2DA1783A5}" presName="node" presStyleLbl="node1" presStyleIdx="3" presStyleCnt="6" custLinFactY="16667" custLinFactNeighborX="1217" custLinFactNeighborY="100000">
        <dgm:presLayoutVars>
          <dgm:bulletEnabled val="1"/>
        </dgm:presLayoutVars>
      </dgm:prSet>
      <dgm:spPr/>
    </dgm:pt>
    <dgm:pt modelId="{32501F7B-4768-4FDD-AB9C-38850314F53C}" type="pres">
      <dgm:prSet presAssocID="{8B5EC90B-5948-4C0E-BEFF-7A2890F5896C}" presName="sibTrans" presStyleCnt="0"/>
      <dgm:spPr/>
    </dgm:pt>
    <dgm:pt modelId="{166C4AB1-F60E-4C95-A7B8-B6FE20A16CAD}" type="pres">
      <dgm:prSet presAssocID="{71C881FD-3D6C-4B48-8131-2972A6BA55BD}" presName="node" presStyleLbl="node1" presStyleIdx="4" presStyleCnt="6" custLinFactY="-16667" custLinFactNeighborX="1217" custLinFactNeighborY="-100000">
        <dgm:presLayoutVars>
          <dgm:bulletEnabled val="1"/>
        </dgm:presLayoutVars>
      </dgm:prSet>
      <dgm:spPr/>
    </dgm:pt>
    <dgm:pt modelId="{603FB752-22CE-418E-84B6-A49E3A254282}" type="pres">
      <dgm:prSet presAssocID="{B5F98909-C78B-450F-85AC-0BCF3BF5E0FC}" presName="sibTrans" presStyleCnt="0"/>
      <dgm:spPr/>
    </dgm:pt>
    <dgm:pt modelId="{D5CDAC85-CC4C-49E6-8850-DDF8E0D3D668}" type="pres">
      <dgm:prSet presAssocID="{F39859AC-74F4-45B8-9C0A-35D5BB07969E}" presName="node" presStyleLbl="node1" presStyleIdx="5" presStyleCnt="6" custLinFactY="-16667" custLinFactNeighborX="1217" custLinFactNeighborY="-100000">
        <dgm:presLayoutVars>
          <dgm:bulletEnabled val="1"/>
        </dgm:presLayoutVars>
      </dgm:prSet>
      <dgm:spPr/>
    </dgm:pt>
  </dgm:ptLst>
  <dgm:cxnLst>
    <dgm:cxn modelId="{619C6432-A4FF-4664-BE9B-74E92DACC665}" srcId="{B2C50B3E-D89D-4CF0-88F0-9A122B4B367A}" destId="{C4D37685-E806-49A1-9864-573BFA670DD4}" srcOrd="1" destOrd="0" parTransId="{1FD3E3EE-6BA6-451D-9FA0-F596E9632023}" sibTransId="{E349ACB9-14BF-4B2E-A874-6D79330BE1DA}"/>
    <dgm:cxn modelId="{40A1FE70-E210-4F13-A4C5-67E04F12E4E7}" type="presOf" srcId="{759C6C25-1B44-4CF7-AA90-4FA7C97ADB23}" destId="{A4FA374D-094B-4CAB-A52D-0A19C1E0D456}" srcOrd="0" destOrd="0" presId="urn:microsoft.com/office/officeart/2005/8/layout/default"/>
    <dgm:cxn modelId="{AB26FE52-A871-496A-A285-5EC851E794C3}" srcId="{B2C50B3E-D89D-4CF0-88F0-9A122B4B367A}" destId="{F39859AC-74F4-45B8-9C0A-35D5BB07969E}" srcOrd="5" destOrd="0" parTransId="{D9EEE15A-5C0C-4CC5-AC1E-D9BDDD553B54}" sibTransId="{FF215257-D161-4735-9E3B-1A32C0B2ECC1}"/>
    <dgm:cxn modelId="{23519F56-0F7B-46EF-BC59-77CF6C487E83}" type="presOf" srcId="{C4D37685-E806-49A1-9864-573BFA670DD4}" destId="{79370C7E-589A-4347-8167-3B1833BB07A1}" srcOrd="0" destOrd="0" presId="urn:microsoft.com/office/officeart/2005/8/layout/default"/>
    <dgm:cxn modelId="{0EA02481-7DE8-40CD-9BEA-3C089168D65F}" srcId="{B2C50B3E-D89D-4CF0-88F0-9A122B4B367A}" destId="{C0ABF89C-4CA8-451E-AF17-CEC2DA1783A5}" srcOrd="3" destOrd="0" parTransId="{EFAB3742-49DF-4C33-BA27-B85D9FCB373A}" sibTransId="{8B5EC90B-5948-4C0E-BEFF-7A2890F5896C}"/>
    <dgm:cxn modelId="{03D16F81-C43D-444E-875F-A1A87E2A0C3D}" type="presOf" srcId="{B2C50B3E-D89D-4CF0-88F0-9A122B4B367A}" destId="{DC1F84FE-F7C8-4A27-82C6-7C098BBB11F8}" srcOrd="0" destOrd="0" presId="urn:microsoft.com/office/officeart/2005/8/layout/default"/>
    <dgm:cxn modelId="{AB5A1688-AC1E-43E4-9275-3AADC8516D07}" type="presOf" srcId="{C0ABF89C-4CA8-451E-AF17-CEC2DA1783A5}" destId="{24D36BF5-6666-42E6-9B74-C9F0C1936925}" srcOrd="0" destOrd="0" presId="urn:microsoft.com/office/officeart/2005/8/layout/default"/>
    <dgm:cxn modelId="{CDAC1E9A-CD4C-4E3C-9596-12DACFDE498F}" type="presOf" srcId="{71C881FD-3D6C-4B48-8131-2972A6BA55BD}" destId="{166C4AB1-F60E-4C95-A7B8-B6FE20A16CAD}" srcOrd="0" destOrd="0" presId="urn:microsoft.com/office/officeart/2005/8/layout/default"/>
    <dgm:cxn modelId="{85839D9F-796D-4C1C-AFEA-C2CF9D15DD1D}" type="presOf" srcId="{F39859AC-74F4-45B8-9C0A-35D5BB07969E}" destId="{D5CDAC85-CC4C-49E6-8850-DDF8E0D3D668}" srcOrd="0" destOrd="0" presId="urn:microsoft.com/office/officeart/2005/8/layout/default"/>
    <dgm:cxn modelId="{21E92EC2-4194-40C7-AE11-84D5947C20E9}" srcId="{B2C50B3E-D89D-4CF0-88F0-9A122B4B367A}" destId="{759C6C25-1B44-4CF7-AA90-4FA7C97ADB23}" srcOrd="2" destOrd="0" parTransId="{99EAE7CE-087B-4BD1-8D75-C474D8666757}" sibTransId="{6BA01455-FB7D-4835-B9E8-17DC21D2E271}"/>
    <dgm:cxn modelId="{710F71E1-1C22-45A7-810A-ADC19DB80950}" srcId="{B2C50B3E-D89D-4CF0-88F0-9A122B4B367A}" destId="{71C881FD-3D6C-4B48-8131-2972A6BA55BD}" srcOrd="4" destOrd="0" parTransId="{D980FC50-618C-49F9-B67D-1D2CD004E25B}" sibTransId="{B5F98909-C78B-450F-85AC-0BCF3BF5E0FC}"/>
    <dgm:cxn modelId="{0494FFE7-B386-4F33-A524-5219D44F5E50}" srcId="{B2C50B3E-D89D-4CF0-88F0-9A122B4B367A}" destId="{C715ED2A-C7A6-46C5-AC1B-AD81A5EF0CD5}" srcOrd="0" destOrd="0" parTransId="{2B926DD3-191A-4BBD-B104-2C22C2A85B98}" sibTransId="{9792DE63-6631-42E4-8DC3-D19C9EC64DEC}"/>
    <dgm:cxn modelId="{1B0C5EF0-86CF-420A-B66F-5F8E8C8B8509}" type="presOf" srcId="{C715ED2A-C7A6-46C5-AC1B-AD81A5EF0CD5}" destId="{20C20ACC-813F-4E4B-B956-151533D65FC0}" srcOrd="0" destOrd="0" presId="urn:microsoft.com/office/officeart/2005/8/layout/default"/>
    <dgm:cxn modelId="{78ACFDD4-0E9A-4A56-B168-446F605C65B8}" type="presParOf" srcId="{DC1F84FE-F7C8-4A27-82C6-7C098BBB11F8}" destId="{20C20ACC-813F-4E4B-B956-151533D65FC0}" srcOrd="0" destOrd="0" presId="urn:microsoft.com/office/officeart/2005/8/layout/default"/>
    <dgm:cxn modelId="{69ED4305-2B2D-4A7A-B16B-8F6B9FF2920A}" type="presParOf" srcId="{DC1F84FE-F7C8-4A27-82C6-7C098BBB11F8}" destId="{9CEAFC58-80AA-460D-B72E-32391D432137}" srcOrd="1" destOrd="0" presId="urn:microsoft.com/office/officeart/2005/8/layout/default"/>
    <dgm:cxn modelId="{75E2BDB8-50FC-4DBF-BA16-B698E6448FFF}" type="presParOf" srcId="{DC1F84FE-F7C8-4A27-82C6-7C098BBB11F8}" destId="{79370C7E-589A-4347-8167-3B1833BB07A1}" srcOrd="2" destOrd="0" presId="urn:microsoft.com/office/officeart/2005/8/layout/default"/>
    <dgm:cxn modelId="{C35F46C1-9573-49D1-8960-46BE548214FB}" type="presParOf" srcId="{DC1F84FE-F7C8-4A27-82C6-7C098BBB11F8}" destId="{21ABBDFB-B880-4945-BB3E-828BD16ACCC7}" srcOrd="3" destOrd="0" presId="urn:microsoft.com/office/officeart/2005/8/layout/default"/>
    <dgm:cxn modelId="{502FCE2A-971A-4CE9-8245-38AD99F2A23D}" type="presParOf" srcId="{DC1F84FE-F7C8-4A27-82C6-7C098BBB11F8}" destId="{A4FA374D-094B-4CAB-A52D-0A19C1E0D456}" srcOrd="4" destOrd="0" presId="urn:microsoft.com/office/officeart/2005/8/layout/default"/>
    <dgm:cxn modelId="{B358F611-656B-42CC-8FC7-AA1EA3619B41}" type="presParOf" srcId="{DC1F84FE-F7C8-4A27-82C6-7C098BBB11F8}" destId="{88804BC0-CB23-475D-BC95-68C4B3803CC0}" srcOrd="5" destOrd="0" presId="urn:microsoft.com/office/officeart/2005/8/layout/default"/>
    <dgm:cxn modelId="{D423B72E-4887-4931-97BC-286168EC1711}" type="presParOf" srcId="{DC1F84FE-F7C8-4A27-82C6-7C098BBB11F8}" destId="{24D36BF5-6666-42E6-9B74-C9F0C1936925}" srcOrd="6" destOrd="0" presId="urn:microsoft.com/office/officeart/2005/8/layout/default"/>
    <dgm:cxn modelId="{B003279C-AB66-47A0-9501-714D8DECC49F}" type="presParOf" srcId="{DC1F84FE-F7C8-4A27-82C6-7C098BBB11F8}" destId="{32501F7B-4768-4FDD-AB9C-38850314F53C}" srcOrd="7" destOrd="0" presId="urn:microsoft.com/office/officeart/2005/8/layout/default"/>
    <dgm:cxn modelId="{E5999ECF-89D7-419C-9CF2-454F7BB68555}" type="presParOf" srcId="{DC1F84FE-F7C8-4A27-82C6-7C098BBB11F8}" destId="{166C4AB1-F60E-4C95-A7B8-B6FE20A16CAD}" srcOrd="8" destOrd="0" presId="urn:microsoft.com/office/officeart/2005/8/layout/default"/>
    <dgm:cxn modelId="{4A7F3AF6-0CCA-41AC-94C1-C1C56817AE1F}" type="presParOf" srcId="{DC1F84FE-F7C8-4A27-82C6-7C098BBB11F8}" destId="{603FB752-22CE-418E-84B6-A49E3A254282}" srcOrd="9" destOrd="0" presId="urn:microsoft.com/office/officeart/2005/8/layout/default"/>
    <dgm:cxn modelId="{811A0949-6586-43B1-927C-27F2AC6F33EB}" type="presParOf" srcId="{DC1F84FE-F7C8-4A27-82C6-7C098BBB11F8}" destId="{D5CDAC85-CC4C-49E6-8850-DDF8E0D3D668}"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E9CBD6-6523-4C87-B71B-FE401A040FF1}">
      <dsp:nvSpPr>
        <dsp:cNvPr id="0" name=""/>
        <dsp:cNvSpPr/>
      </dsp:nvSpPr>
      <dsp:spPr>
        <a:xfrm>
          <a:off x="1774" y="1484086"/>
          <a:ext cx="2766329" cy="1383164"/>
        </a:xfrm>
        <a:prstGeom prst="roundRect">
          <a:avLst>
            <a:gd name="adj" fmla="val 10000"/>
          </a:avLst>
        </a:prstGeom>
        <a:solidFill>
          <a:srgbClr val="F7BBE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1866900">
            <a:lnSpc>
              <a:spcPct val="90000"/>
            </a:lnSpc>
            <a:spcBef>
              <a:spcPct val="0"/>
            </a:spcBef>
            <a:spcAft>
              <a:spcPct val="35000"/>
            </a:spcAft>
            <a:buNone/>
          </a:pPr>
          <a:r>
            <a:rPr lang="en-US" sz="4200" kern="1200" dirty="0" err="1"/>
            <a:t>EVMods</a:t>
          </a:r>
          <a:endParaRPr lang="en-US" sz="4200" kern="1200" dirty="0"/>
        </a:p>
      </dsp:txBody>
      <dsp:txXfrm>
        <a:off x="42285" y="1524597"/>
        <a:ext cx="2685307" cy="1302142"/>
      </dsp:txXfrm>
    </dsp:sp>
    <dsp:sp modelId="{DE7CA87A-E23A-45B0-9ACD-88B63A3D6C92}">
      <dsp:nvSpPr>
        <dsp:cNvPr id="0" name=""/>
        <dsp:cNvSpPr/>
      </dsp:nvSpPr>
      <dsp:spPr>
        <a:xfrm>
          <a:off x="2768103" y="2147060"/>
          <a:ext cx="1106531" cy="57216"/>
        </a:xfrm>
        <a:custGeom>
          <a:avLst/>
          <a:gdLst/>
          <a:ahLst/>
          <a:cxnLst/>
          <a:rect l="0" t="0" r="0" b="0"/>
          <a:pathLst>
            <a:path>
              <a:moveTo>
                <a:pt x="0" y="28608"/>
              </a:moveTo>
              <a:lnTo>
                <a:pt x="1106531" y="2860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93706" y="2148005"/>
        <a:ext cx="55326" cy="55326"/>
      </dsp:txXfrm>
    </dsp:sp>
    <dsp:sp modelId="{97413047-90FF-4E9B-8070-C1420D9BA39F}">
      <dsp:nvSpPr>
        <dsp:cNvPr id="0" name=""/>
        <dsp:cNvSpPr/>
      </dsp:nvSpPr>
      <dsp:spPr>
        <a:xfrm>
          <a:off x="3874635" y="1484086"/>
          <a:ext cx="2766329" cy="1383164"/>
        </a:xfrm>
        <a:prstGeom prst="roundRect">
          <a:avLst>
            <a:gd name="adj" fmla="val 10000"/>
          </a:avLst>
        </a:prstGeom>
        <a:solidFill>
          <a:srgbClr val="BDA29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1866900">
            <a:lnSpc>
              <a:spcPct val="90000"/>
            </a:lnSpc>
            <a:spcBef>
              <a:spcPct val="0"/>
            </a:spcBef>
            <a:spcAft>
              <a:spcPct val="35000"/>
            </a:spcAft>
            <a:buNone/>
          </a:pPr>
          <a:r>
            <a:rPr lang="en-US" sz="4200" kern="1200" dirty="0"/>
            <a:t>PokemonG3</a:t>
          </a:r>
        </a:p>
      </dsp:txBody>
      <dsp:txXfrm>
        <a:off x="3915146" y="1524597"/>
        <a:ext cx="2685307" cy="1302142"/>
      </dsp:txXfrm>
    </dsp:sp>
    <dsp:sp modelId="{D3D9519F-87CC-4125-810C-93BFABE2D170}">
      <dsp:nvSpPr>
        <dsp:cNvPr id="0" name=""/>
        <dsp:cNvSpPr/>
      </dsp:nvSpPr>
      <dsp:spPr>
        <a:xfrm>
          <a:off x="6640964" y="2147060"/>
          <a:ext cx="1106531" cy="57216"/>
        </a:xfrm>
        <a:custGeom>
          <a:avLst/>
          <a:gdLst/>
          <a:ahLst/>
          <a:cxnLst/>
          <a:rect l="0" t="0" r="0" b="0"/>
          <a:pathLst>
            <a:path>
              <a:moveTo>
                <a:pt x="0" y="28608"/>
              </a:moveTo>
              <a:lnTo>
                <a:pt x="1106531" y="2860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166567" y="2148005"/>
        <a:ext cx="55326" cy="55326"/>
      </dsp:txXfrm>
    </dsp:sp>
    <dsp:sp modelId="{4BAECFCD-37E3-441B-8F9E-10E7C29F2690}">
      <dsp:nvSpPr>
        <dsp:cNvPr id="0" name=""/>
        <dsp:cNvSpPr/>
      </dsp:nvSpPr>
      <dsp:spPr>
        <a:xfrm>
          <a:off x="7747496" y="1484086"/>
          <a:ext cx="2766329" cy="138316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1866900">
            <a:lnSpc>
              <a:spcPct val="90000"/>
            </a:lnSpc>
            <a:spcBef>
              <a:spcPct val="0"/>
            </a:spcBef>
            <a:spcAft>
              <a:spcPct val="35000"/>
            </a:spcAft>
            <a:buNone/>
          </a:pPr>
          <a:r>
            <a:rPr lang="en-US" sz="4200" kern="1200" dirty="0"/>
            <a:t>PokemonG4</a:t>
          </a:r>
        </a:p>
      </dsp:txBody>
      <dsp:txXfrm>
        <a:off x="7788007" y="1524597"/>
        <a:ext cx="2685307" cy="13021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C20ACC-813F-4E4B-B956-151533D65FC0}">
      <dsp:nvSpPr>
        <dsp:cNvPr id="0" name=""/>
        <dsp:cNvSpPr/>
      </dsp:nvSpPr>
      <dsp:spPr>
        <a:xfrm>
          <a:off x="190558" y="12"/>
          <a:ext cx="2706982" cy="1624189"/>
        </a:xfrm>
        <a:prstGeom prst="rect">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dirty="0" err="1"/>
            <a:t>atk</a:t>
          </a:r>
          <a:endParaRPr lang="en-US" sz="6500" kern="1200" dirty="0"/>
        </a:p>
      </dsp:txBody>
      <dsp:txXfrm>
        <a:off x="190558" y="12"/>
        <a:ext cx="2706982" cy="1624189"/>
      </dsp:txXfrm>
    </dsp:sp>
    <dsp:sp modelId="{79370C7E-589A-4347-8167-3B1833BB07A1}">
      <dsp:nvSpPr>
        <dsp:cNvPr id="0" name=""/>
        <dsp:cNvSpPr/>
      </dsp:nvSpPr>
      <dsp:spPr>
        <a:xfrm>
          <a:off x="3168238" y="12"/>
          <a:ext cx="2706982" cy="1624189"/>
        </a:xfrm>
        <a:prstGeom prst="rect">
          <a:avLst/>
        </a:prstGeom>
        <a:solidFill>
          <a:schemeClr val="accent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dirty="0"/>
            <a:t>def</a:t>
          </a:r>
        </a:p>
      </dsp:txBody>
      <dsp:txXfrm>
        <a:off x="3168238" y="12"/>
        <a:ext cx="2706982" cy="1624189"/>
      </dsp:txXfrm>
    </dsp:sp>
    <dsp:sp modelId="{A4FA374D-094B-4CAB-A52D-0A19C1E0D456}">
      <dsp:nvSpPr>
        <dsp:cNvPr id="0" name=""/>
        <dsp:cNvSpPr/>
      </dsp:nvSpPr>
      <dsp:spPr>
        <a:xfrm>
          <a:off x="190558" y="3792131"/>
          <a:ext cx="2706982" cy="1624189"/>
        </a:xfrm>
        <a:prstGeom prst="rect">
          <a:avLst/>
        </a:prstGeom>
        <a:solidFill>
          <a:srgbClr val="E5010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dirty="0"/>
            <a:t>hp</a:t>
          </a:r>
        </a:p>
      </dsp:txBody>
      <dsp:txXfrm>
        <a:off x="190558" y="3792131"/>
        <a:ext cx="2706982" cy="1624189"/>
      </dsp:txXfrm>
    </dsp:sp>
    <dsp:sp modelId="{24D36BF5-6666-42E6-9B74-C9F0C1936925}">
      <dsp:nvSpPr>
        <dsp:cNvPr id="0" name=""/>
        <dsp:cNvSpPr/>
      </dsp:nvSpPr>
      <dsp:spPr>
        <a:xfrm>
          <a:off x="3168238" y="3792131"/>
          <a:ext cx="2706982" cy="1624189"/>
        </a:xfrm>
        <a:prstGeom prst="rect">
          <a:avLst/>
        </a:prstGeom>
        <a:solidFill>
          <a:srgbClr val="FF118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dirty="0" err="1"/>
            <a:t>spd</a:t>
          </a:r>
          <a:endParaRPr lang="en-US" sz="6500" kern="1200" dirty="0"/>
        </a:p>
      </dsp:txBody>
      <dsp:txXfrm>
        <a:off x="3168238" y="3792131"/>
        <a:ext cx="2706982" cy="1624189"/>
      </dsp:txXfrm>
    </dsp:sp>
    <dsp:sp modelId="{166C4AB1-F60E-4C95-A7B8-B6FE20A16CAD}">
      <dsp:nvSpPr>
        <dsp:cNvPr id="0" name=""/>
        <dsp:cNvSpPr/>
      </dsp:nvSpPr>
      <dsp:spPr>
        <a:xfrm>
          <a:off x="190558" y="1897233"/>
          <a:ext cx="2706982" cy="16241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dirty="0" err="1"/>
            <a:t>spAtk</a:t>
          </a:r>
          <a:endParaRPr lang="en-US" sz="6500" kern="1200" dirty="0"/>
        </a:p>
      </dsp:txBody>
      <dsp:txXfrm>
        <a:off x="190558" y="1897233"/>
        <a:ext cx="2706982" cy="1624189"/>
      </dsp:txXfrm>
    </dsp:sp>
    <dsp:sp modelId="{D5CDAC85-CC4C-49E6-8850-DDF8E0D3D668}">
      <dsp:nvSpPr>
        <dsp:cNvPr id="0" name=""/>
        <dsp:cNvSpPr/>
      </dsp:nvSpPr>
      <dsp:spPr>
        <a:xfrm>
          <a:off x="3168238" y="1897233"/>
          <a:ext cx="2706982" cy="1624189"/>
        </a:xfrm>
        <a:prstGeom prst="rect">
          <a:avLst/>
        </a:prstGeom>
        <a:solidFill>
          <a:schemeClr val="accent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a:t>spDef</a:t>
          </a:r>
          <a:endParaRPr lang="en-US" sz="6500" kern="1200" dirty="0"/>
        </a:p>
      </dsp:txBody>
      <dsp:txXfrm>
        <a:off x="3168238" y="1897233"/>
        <a:ext cx="2706982" cy="162418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58B45-2D60-4D0D-94ED-5D2CB0AD95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24178A4-0851-4EB4-B221-ABD7A866FA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C4F23F-9C7D-45FA-ACA6-972C821AFB96}"/>
              </a:ext>
            </a:extLst>
          </p:cNvPr>
          <p:cNvSpPr>
            <a:spLocks noGrp="1"/>
          </p:cNvSpPr>
          <p:nvPr>
            <p:ph type="dt" sz="half" idx="10"/>
          </p:nvPr>
        </p:nvSpPr>
        <p:spPr/>
        <p:txBody>
          <a:bodyPr/>
          <a:lstStyle/>
          <a:p>
            <a:fld id="{8683F127-5722-4A5D-A693-71685CFA9954}" type="datetimeFigureOut">
              <a:rPr lang="en-US" smtClean="0"/>
              <a:t>8/7/2020</a:t>
            </a:fld>
            <a:endParaRPr lang="en-US"/>
          </a:p>
        </p:txBody>
      </p:sp>
      <p:sp>
        <p:nvSpPr>
          <p:cNvPr id="5" name="Footer Placeholder 4">
            <a:extLst>
              <a:ext uri="{FF2B5EF4-FFF2-40B4-BE49-F238E27FC236}">
                <a16:creationId xmlns:a16="http://schemas.microsoft.com/office/drawing/2014/main" id="{8A2AF7F9-1701-40FA-AE83-6679FCC664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34CCE6-5370-42A1-8D7E-682070FAD028}"/>
              </a:ext>
            </a:extLst>
          </p:cNvPr>
          <p:cNvSpPr>
            <a:spLocks noGrp="1"/>
          </p:cNvSpPr>
          <p:nvPr>
            <p:ph type="sldNum" sz="quarter" idx="12"/>
          </p:nvPr>
        </p:nvSpPr>
        <p:spPr/>
        <p:txBody>
          <a:bodyPr/>
          <a:lstStyle/>
          <a:p>
            <a:fld id="{78F2F820-E3F9-460B-AEF9-9BED554DF15C}" type="slidenum">
              <a:rPr lang="en-US" smtClean="0"/>
              <a:t>‹#›</a:t>
            </a:fld>
            <a:endParaRPr lang="en-US"/>
          </a:p>
        </p:txBody>
      </p:sp>
    </p:spTree>
    <p:extLst>
      <p:ext uri="{BB962C8B-B14F-4D97-AF65-F5344CB8AC3E}">
        <p14:creationId xmlns:p14="http://schemas.microsoft.com/office/powerpoint/2010/main" val="40543643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66723-F886-4D5F-BB5A-BBA0FD26F8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528EE7-16F7-4CF3-994F-D1FE8C8B51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040681-655D-47E8-8C74-B36CBC7C3D08}"/>
              </a:ext>
            </a:extLst>
          </p:cNvPr>
          <p:cNvSpPr>
            <a:spLocks noGrp="1"/>
          </p:cNvSpPr>
          <p:nvPr>
            <p:ph type="dt" sz="half" idx="10"/>
          </p:nvPr>
        </p:nvSpPr>
        <p:spPr/>
        <p:txBody>
          <a:bodyPr/>
          <a:lstStyle/>
          <a:p>
            <a:fld id="{8683F127-5722-4A5D-A693-71685CFA9954}" type="datetimeFigureOut">
              <a:rPr lang="en-US" smtClean="0"/>
              <a:t>8/7/2020</a:t>
            </a:fld>
            <a:endParaRPr lang="en-US"/>
          </a:p>
        </p:txBody>
      </p:sp>
      <p:sp>
        <p:nvSpPr>
          <p:cNvPr id="5" name="Footer Placeholder 4">
            <a:extLst>
              <a:ext uri="{FF2B5EF4-FFF2-40B4-BE49-F238E27FC236}">
                <a16:creationId xmlns:a16="http://schemas.microsoft.com/office/drawing/2014/main" id="{47EEB684-E6CA-4154-B317-F823AB1B9E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2335F7-C5EB-49EA-AE0E-A94E5C5947C9}"/>
              </a:ext>
            </a:extLst>
          </p:cNvPr>
          <p:cNvSpPr>
            <a:spLocks noGrp="1"/>
          </p:cNvSpPr>
          <p:nvPr>
            <p:ph type="sldNum" sz="quarter" idx="12"/>
          </p:nvPr>
        </p:nvSpPr>
        <p:spPr/>
        <p:txBody>
          <a:bodyPr/>
          <a:lstStyle/>
          <a:p>
            <a:fld id="{78F2F820-E3F9-460B-AEF9-9BED554DF15C}" type="slidenum">
              <a:rPr lang="en-US" smtClean="0"/>
              <a:t>‹#›</a:t>
            </a:fld>
            <a:endParaRPr lang="en-US"/>
          </a:p>
        </p:txBody>
      </p:sp>
    </p:spTree>
    <p:extLst>
      <p:ext uri="{BB962C8B-B14F-4D97-AF65-F5344CB8AC3E}">
        <p14:creationId xmlns:p14="http://schemas.microsoft.com/office/powerpoint/2010/main" val="1674597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B6314-4FEE-4D15-A169-BF58AE1391D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E42E34A-6F99-433B-8849-3FD1E4060AE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F306AD-BA71-4767-8BDE-86C95B770D3A}"/>
              </a:ext>
            </a:extLst>
          </p:cNvPr>
          <p:cNvSpPr>
            <a:spLocks noGrp="1"/>
          </p:cNvSpPr>
          <p:nvPr>
            <p:ph type="dt" sz="half" idx="10"/>
          </p:nvPr>
        </p:nvSpPr>
        <p:spPr/>
        <p:txBody>
          <a:bodyPr/>
          <a:lstStyle/>
          <a:p>
            <a:fld id="{8683F127-5722-4A5D-A693-71685CFA9954}" type="datetimeFigureOut">
              <a:rPr lang="en-US" smtClean="0"/>
              <a:t>8/7/2020</a:t>
            </a:fld>
            <a:endParaRPr lang="en-US"/>
          </a:p>
        </p:txBody>
      </p:sp>
      <p:sp>
        <p:nvSpPr>
          <p:cNvPr id="5" name="Footer Placeholder 4">
            <a:extLst>
              <a:ext uri="{FF2B5EF4-FFF2-40B4-BE49-F238E27FC236}">
                <a16:creationId xmlns:a16="http://schemas.microsoft.com/office/drawing/2014/main" id="{657F43E1-875C-4EBB-9063-52D4D58F0D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01312-EEAC-4D0B-9A56-A3EA3706B396}"/>
              </a:ext>
            </a:extLst>
          </p:cNvPr>
          <p:cNvSpPr>
            <a:spLocks noGrp="1"/>
          </p:cNvSpPr>
          <p:nvPr>
            <p:ph type="sldNum" sz="quarter" idx="12"/>
          </p:nvPr>
        </p:nvSpPr>
        <p:spPr/>
        <p:txBody>
          <a:bodyPr/>
          <a:lstStyle/>
          <a:p>
            <a:fld id="{78F2F820-E3F9-460B-AEF9-9BED554DF15C}" type="slidenum">
              <a:rPr lang="en-US" smtClean="0"/>
              <a:t>‹#›</a:t>
            </a:fld>
            <a:endParaRPr lang="en-US"/>
          </a:p>
        </p:txBody>
      </p:sp>
    </p:spTree>
    <p:extLst>
      <p:ext uri="{BB962C8B-B14F-4D97-AF65-F5344CB8AC3E}">
        <p14:creationId xmlns:p14="http://schemas.microsoft.com/office/powerpoint/2010/main" val="18502800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85D6B-CFCD-448A-ABCE-7BB84EF5A4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806848-6A9C-42FB-96D4-6ACD0D98E0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AE20E7-15EF-402D-85DE-957AA2D8BE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8C09CB8-973F-4C1C-AD62-6E68D42D50C6}"/>
              </a:ext>
            </a:extLst>
          </p:cNvPr>
          <p:cNvSpPr>
            <a:spLocks noGrp="1"/>
          </p:cNvSpPr>
          <p:nvPr>
            <p:ph type="dt" sz="half" idx="10"/>
          </p:nvPr>
        </p:nvSpPr>
        <p:spPr/>
        <p:txBody>
          <a:bodyPr/>
          <a:lstStyle/>
          <a:p>
            <a:fld id="{8683F127-5722-4A5D-A693-71685CFA9954}" type="datetimeFigureOut">
              <a:rPr lang="en-US" smtClean="0"/>
              <a:t>8/7/2020</a:t>
            </a:fld>
            <a:endParaRPr lang="en-US"/>
          </a:p>
        </p:txBody>
      </p:sp>
      <p:sp>
        <p:nvSpPr>
          <p:cNvPr id="6" name="Footer Placeholder 5">
            <a:extLst>
              <a:ext uri="{FF2B5EF4-FFF2-40B4-BE49-F238E27FC236}">
                <a16:creationId xmlns:a16="http://schemas.microsoft.com/office/drawing/2014/main" id="{E41C4D80-804B-49EF-83FE-9C3F13CEB7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C8B928-93AB-4D84-B01D-79038009B712}"/>
              </a:ext>
            </a:extLst>
          </p:cNvPr>
          <p:cNvSpPr>
            <a:spLocks noGrp="1"/>
          </p:cNvSpPr>
          <p:nvPr>
            <p:ph type="sldNum" sz="quarter" idx="12"/>
          </p:nvPr>
        </p:nvSpPr>
        <p:spPr/>
        <p:txBody>
          <a:bodyPr/>
          <a:lstStyle/>
          <a:p>
            <a:fld id="{78F2F820-E3F9-460B-AEF9-9BED554DF15C}" type="slidenum">
              <a:rPr lang="en-US" smtClean="0"/>
              <a:t>‹#›</a:t>
            </a:fld>
            <a:endParaRPr lang="en-US"/>
          </a:p>
        </p:txBody>
      </p:sp>
    </p:spTree>
    <p:extLst>
      <p:ext uri="{BB962C8B-B14F-4D97-AF65-F5344CB8AC3E}">
        <p14:creationId xmlns:p14="http://schemas.microsoft.com/office/powerpoint/2010/main" val="29340613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3EF66-2BE9-4145-B69A-D7B11460630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C1E0D41-74A0-4249-9AB8-9750B1A5B3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02E506-0985-40D8-A77F-B16641FB8BA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6043499-9813-4129-B817-3E3556259C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6C73866-7055-4705-AB6A-CF5085C9B1B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C97DC0-2AFE-471B-93B3-483D3265C713}"/>
              </a:ext>
            </a:extLst>
          </p:cNvPr>
          <p:cNvSpPr>
            <a:spLocks noGrp="1"/>
          </p:cNvSpPr>
          <p:nvPr>
            <p:ph type="dt" sz="half" idx="10"/>
          </p:nvPr>
        </p:nvSpPr>
        <p:spPr/>
        <p:txBody>
          <a:bodyPr/>
          <a:lstStyle/>
          <a:p>
            <a:fld id="{8683F127-5722-4A5D-A693-71685CFA9954}" type="datetimeFigureOut">
              <a:rPr lang="en-US" smtClean="0"/>
              <a:t>8/7/2020</a:t>
            </a:fld>
            <a:endParaRPr lang="en-US"/>
          </a:p>
        </p:txBody>
      </p:sp>
      <p:sp>
        <p:nvSpPr>
          <p:cNvPr id="8" name="Footer Placeholder 7">
            <a:extLst>
              <a:ext uri="{FF2B5EF4-FFF2-40B4-BE49-F238E27FC236}">
                <a16:creationId xmlns:a16="http://schemas.microsoft.com/office/drawing/2014/main" id="{EA5C94E5-7A12-4749-9707-5FC2FF6605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F695121-2BBE-4434-864A-D2CC715C3550}"/>
              </a:ext>
            </a:extLst>
          </p:cNvPr>
          <p:cNvSpPr>
            <a:spLocks noGrp="1"/>
          </p:cNvSpPr>
          <p:nvPr>
            <p:ph type="sldNum" sz="quarter" idx="12"/>
          </p:nvPr>
        </p:nvSpPr>
        <p:spPr/>
        <p:txBody>
          <a:bodyPr/>
          <a:lstStyle/>
          <a:p>
            <a:fld id="{78F2F820-E3F9-460B-AEF9-9BED554DF15C}" type="slidenum">
              <a:rPr lang="en-US" smtClean="0"/>
              <a:t>‹#›</a:t>
            </a:fld>
            <a:endParaRPr lang="en-US"/>
          </a:p>
        </p:txBody>
      </p:sp>
    </p:spTree>
    <p:extLst>
      <p:ext uri="{BB962C8B-B14F-4D97-AF65-F5344CB8AC3E}">
        <p14:creationId xmlns:p14="http://schemas.microsoft.com/office/powerpoint/2010/main" val="3441369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86AEA-1F8A-4B41-8138-C02B2943256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B3D8008-A622-4C78-A644-A83DA7FE0F0C}"/>
              </a:ext>
            </a:extLst>
          </p:cNvPr>
          <p:cNvSpPr>
            <a:spLocks noGrp="1"/>
          </p:cNvSpPr>
          <p:nvPr>
            <p:ph type="dt" sz="half" idx="10"/>
          </p:nvPr>
        </p:nvSpPr>
        <p:spPr/>
        <p:txBody>
          <a:bodyPr/>
          <a:lstStyle/>
          <a:p>
            <a:fld id="{8683F127-5722-4A5D-A693-71685CFA9954}" type="datetimeFigureOut">
              <a:rPr lang="en-US" smtClean="0"/>
              <a:t>8/7/2020</a:t>
            </a:fld>
            <a:endParaRPr lang="en-US"/>
          </a:p>
        </p:txBody>
      </p:sp>
      <p:sp>
        <p:nvSpPr>
          <p:cNvPr id="4" name="Footer Placeholder 3">
            <a:extLst>
              <a:ext uri="{FF2B5EF4-FFF2-40B4-BE49-F238E27FC236}">
                <a16:creationId xmlns:a16="http://schemas.microsoft.com/office/drawing/2014/main" id="{CE5A28AE-0536-49B0-85F3-6C2C44E1117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33ABDF4-E5BA-49F4-BB70-99C909E0E27A}"/>
              </a:ext>
            </a:extLst>
          </p:cNvPr>
          <p:cNvSpPr>
            <a:spLocks noGrp="1"/>
          </p:cNvSpPr>
          <p:nvPr>
            <p:ph type="sldNum" sz="quarter" idx="12"/>
          </p:nvPr>
        </p:nvSpPr>
        <p:spPr/>
        <p:txBody>
          <a:bodyPr/>
          <a:lstStyle/>
          <a:p>
            <a:fld id="{78F2F820-E3F9-460B-AEF9-9BED554DF15C}" type="slidenum">
              <a:rPr lang="en-US" smtClean="0"/>
              <a:t>‹#›</a:t>
            </a:fld>
            <a:endParaRPr lang="en-US"/>
          </a:p>
        </p:txBody>
      </p:sp>
    </p:spTree>
    <p:extLst>
      <p:ext uri="{BB962C8B-B14F-4D97-AF65-F5344CB8AC3E}">
        <p14:creationId xmlns:p14="http://schemas.microsoft.com/office/powerpoint/2010/main" val="16222762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A1413D-FEE4-447C-ABF9-A387A484567B}"/>
              </a:ext>
            </a:extLst>
          </p:cNvPr>
          <p:cNvSpPr>
            <a:spLocks noGrp="1"/>
          </p:cNvSpPr>
          <p:nvPr>
            <p:ph type="dt" sz="half" idx="10"/>
          </p:nvPr>
        </p:nvSpPr>
        <p:spPr/>
        <p:txBody>
          <a:bodyPr/>
          <a:lstStyle/>
          <a:p>
            <a:fld id="{8683F127-5722-4A5D-A693-71685CFA9954}" type="datetimeFigureOut">
              <a:rPr lang="en-US" smtClean="0"/>
              <a:t>8/7/2020</a:t>
            </a:fld>
            <a:endParaRPr lang="en-US"/>
          </a:p>
        </p:txBody>
      </p:sp>
      <p:sp>
        <p:nvSpPr>
          <p:cNvPr id="3" name="Footer Placeholder 2">
            <a:extLst>
              <a:ext uri="{FF2B5EF4-FFF2-40B4-BE49-F238E27FC236}">
                <a16:creationId xmlns:a16="http://schemas.microsoft.com/office/drawing/2014/main" id="{1F62101B-4E09-44A1-9CEF-09EB83211BA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7BE310A-11BC-411C-9CCC-57AE5651CE01}"/>
              </a:ext>
            </a:extLst>
          </p:cNvPr>
          <p:cNvSpPr>
            <a:spLocks noGrp="1"/>
          </p:cNvSpPr>
          <p:nvPr>
            <p:ph type="sldNum" sz="quarter" idx="12"/>
          </p:nvPr>
        </p:nvSpPr>
        <p:spPr/>
        <p:txBody>
          <a:bodyPr/>
          <a:lstStyle/>
          <a:p>
            <a:fld id="{78F2F820-E3F9-460B-AEF9-9BED554DF15C}" type="slidenum">
              <a:rPr lang="en-US" smtClean="0"/>
              <a:t>‹#›</a:t>
            </a:fld>
            <a:endParaRPr lang="en-US"/>
          </a:p>
        </p:txBody>
      </p:sp>
    </p:spTree>
    <p:extLst>
      <p:ext uri="{BB962C8B-B14F-4D97-AF65-F5344CB8AC3E}">
        <p14:creationId xmlns:p14="http://schemas.microsoft.com/office/powerpoint/2010/main" val="40206661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8A1E2-404E-4855-B981-84016A5D4E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C4D6D9E-0340-458E-B4BD-AC6002E632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947C8B3-7E85-4B2B-AA70-09CDA7D285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BC93CD-1BC6-4E15-9AC2-BF339802AEBA}"/>
              </a:ext>
            </a:extLst>
          </p:cNvPr>
          <p:cNvSpPr>
            <a:spLocks noGrp="1"/>
          </p:cNvSpPr>
          <p:nvPr>
            <p:ph type="dt" sz="half" idx="10"/>
          </p:nvPr>
        </p:nvSpPr>
        <p:spPr/>
        <p:txBody>
          <a:bodyPr/>
          <a:lstStyle/>
          <a:p>
            <a:fld id="{8683F127-5722-4A5D-A693-71685CFA9954}" type="datetimeFigureOut">
              <a:rPr lang="en-US" smtClean="0"/>
              <a:t>8/7/2020</a:t>
            </a:fld>
            <a:endParaRPr lang="en-US"/>
          </a:p>
        </p:txBody>
      </p:sp>
      <p:sp>
        <p:nvSpPr>
          <p:cNvPr id="6" name="Footer Placeholder 5">
            <a:extLst>
              <a:ext uri="{FF2B5EF4-FFF2-40B4-BE49-F238E27FC236}">
                <a16:creationId xmlns:a16="http://schemas.microsoft.com/office/drawing/2014/main" id="{C3802AB4-E0A7-4438-8C9B-FA60F0341B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061CE3-2777-4B8D-B1DF-22AC67DFEB5A}"/>
              </a:ext>
            </a:extLst>
          </p:cNvPr>
          <p:cNvSpPr>
            <a:spLocks noGrp="1"/>
          </p:cNvSpPr>
          <p:nvPr>
            <p:ph type="sldNum" sz="quarter" idx="12"/>
          </p:nvPr>
        </p:nvSpPr>
        <p:spPr/>
        <p:txBody>
          <a:bodyPr/>
          <a:lstStyle/>
          <a:p>
            <a:fld id="{78F2F820-E3F9-460B-AEF9-9BED554DF15C}" type="slidenum">
              <a:rPr lang="en-US" smtClean="0"/>
              <a:t>‹#›</a:t>
            </a:fld>
            <a:endParaRPr lang="en-US"/>
          </a:p>
        </p:txBody>
      </p:sp>
    </p:spTree>
    <p:extLst>
      <p:ext uri="{BB962C8B-B14F-4D97-AF65-F5344CB8AC3E}">
        <p14:creationId xmlns:p14="http://schemas.microsoft.com/office/powerpoint/2010/main" val="1927962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1A3C8-17AF-4339-933F-15C31ECE90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B3961C9-9D4A-46E4-840C-F15F6FB5C1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91582C2-AE34-45AE-8116-96F813917F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DE90E5-34E9-4B9C-B955-FD7361EC1E85}"/>
              </a:ext>
            </a:extLst>
          </p:cNvPr>
          <p:cNvSpPr>
            <a:spLocks noGrp="1"/>
          </p:cNvSpPr>
          <p:nvPr>
            <p:ph type="dt" sz="half" idx="10"/>
          </p:nvPr>
        </p:nvSpPr>
        <p:spPr/>
        <p:txBody>
          <a:bodyPr/>
          <a:lstStyle/>
          <a:p>
            <a:fld id="{8683F127-5722-4A5D-A693-71685CFA9954}" type="datetimeFigureOut">
              <a:rPr lang="en-US" smtClean="0"/>
              <a:t>8/7/2020</a:t>
            </a:fld>
            <a:endParaRPr lang="en-US"/>
          </a:p>
        </p:txBody>
      </p:sp>
      <p:sp>
        <p:nvSpPr>
          <p:cNvPr id="6" name="Footer Placeholder 5">
            <a:extLst>
              <a:ext uri="{FF2B5EF4-FFF2-40B4-BE49-F238E27FC236}">
                <a16:creationId xmlns:a16="http://schemas.microsoft.com/office/drawing/2014/main" id="{77ED98AC-58A4-43B0-BB6A-61FF0F98BF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9D8489-5892-4588-B440-20E97F00D209}"/>
              </a:ext>
            </a:extLst>
          </p:cNvPr>
          <p:cNvSpPr>
            <a:spLocks noGrp="1"/>
          </p:cNvSpPr>
          <p:nvPr>
            <p:ph type="sldNum" sz="quarter" idx="12"/>
          </p:nvPr>
        </p:nvSpPr>
        <p:spPr/>
        <p:txBody>
          <a:bodyPr/>
          <a:lstStyle/>
          <a:p>
            <a:fld id="{78F2F820-E3F9-460B-AEF9-9BED554DF15C}" type="slidenum">
              <a:rPr lang="en-US" smtClean="0"/>
              <a:t>‹#›</a:t>
            </a:fld>
            <a:endParaRPr lang="en-US"/>
          </a:p>
        </p:txBody>
      </p:sp>
    </p:spTree>
    <p:extLst>
      <p:ext uri="{BB962C8B-B14F-4D97-AF65-F5344CB8AC3E}">
        <p14:creationId xmlns:p14="http://schemas.microsoft.com/office/powerpoint/2010/main" val="31502132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0C38A-03C4-44A4-AB4C-0C9EB534C8E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F8D5C20-268F-4AB4-8410-E76DADF3567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CDE3E2-6CE2-4356-8257-ECAE95EF53D1}"/>
              </a:ext>
            </a:extLst>
          </p:cNvPr>
          <p:cNvSpPr>
            <a:spLocks noGrp="1"/>
          </p:cNvSpPr>
          <p:nvPr>
            <p:ph type="dt" sz="half" idx="10"/>
          </p:nvPr>
        </p:nvSpPr>
        <p:spPr/>
        <p:txBody>
          <a:bodyPr/>
          <a:lstStyle/>
          <a:p>
            <a:fld id="{8683F127-5722-4A5D-A693-71685CFA9954}" type="datetimeFigureOut">
              <a:rPr lang="en-US" smtClean="0"/>
              <a:t>8/7/2020</a:t>
            </a:fld>
            <a:endParaRPr lang="en-US"/>
          </a:p>
        </p:txBody>
      </p:sp>
      <p:sp>
        <p:nvSpPr>
          <p:cNvPr id="5" name="Footer Placeholder 4">
            <a:extLst>
              <a:ext uri="{FF2B5EF4-FFF2-40B4-BE49-F238E27FC236}">
                <a16:creationId xmlns:a16="http://schemas.microsoft.com/office/drawing/2014/main" id="{EBD394E6-ED85-4C16-B298-75DD18372F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5F0D55-0846-4F06-96AF-78F0BE46EFFA}"/>
              </a:ext>
            </a:extLst>
          </p:cNvPr>
          <p:cNvSpPr>
            <a:spLocks noGrp="1"/>
          </p:cNvSpPr>
          <p:nvPr>
            <p:ph type="sldNum" sz="quarter" idx="12"/>
          </p:nvPr>
        </p:nvSpPr>
        <p:spPr/>
        <p:txBody>
          <a:bodyPr/>
          <a:lstStyle/>
          <a:p>
            <a:fld id="{78F2F820-E3F9-460B-AEF9-9BED554DF15C}" type="slidenum">
              <a:rPr lang="en-US" smtClean="0"/>
              <a:t>‹#›</a:t>
            </a:fld>
            <a:endParaRPr lang="en-US"/>
          </a:p>
        </p:txBody>
      </p:sp>
    </p:spTree>
    <p:extLst>
      <p:ext uri="{BB962C8B-B14F-4D97-AF65-F5344CB8AC3E}">
        <p14:creationId xmlns:p14="http://schemas.microsoft.com/office/powerpoint/2010/main" val="34054226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390055-E6DA-40C9-97BF-51B4283873B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0D2A1D6-CE38-4C9D-A03E-D55783B11DF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99D3EB-76DA-422F-9D2C-85B4CA1FD520}"/>
              </a:ext>
            </a:extLst>
          </p:cNvPr>
          <p:cNvSpPr>
            <a:spLocks noGrp="1"/>
          </p:cNvSpPr>
          <p:nvPr>
            <p:ph type="dt" sz="half" idx="10"/>
          </p:nvPr>
        </p:nvSpPr>
        <p:spPr/>
        <p:txBody>
          <a:bodyPr/>
          <a:lstStyle/>
          <a:p>
            <a:fld id="{8683F127-5722-4A5D-A693-71685CFA9954}" type="datetimeFigureOut">
              <a:rPr lang="en-US" smtClean="0"/>
              <a:t>8/7/2020</a:t>
            </a:fld>
            <a:endParaRPr lang="en-US"/>
          </a:p>
        </p:txBody>
      </p:sp>
      <p:sp>
        <p:nvSpPr>
          <p:cNvPr id="5" name="Footer Placeholder 4">
            <a:extLst>
              <a:ext uri="{FF2B5EF4-FFF2-40B4-BE49-F238E27FC236}">
                <a16:creationId xmlns:a16="http://schemas.microsoft.com/office/drawing/2014/main" id="{E40CC7B7-2C4C-4DD4-8774-6ABFD6F0A0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8C646B-A6B9-49CC-A3F1-90C23C35C69D}"/>
              </a:ext>
            </a:extLst>
          </p:cNvPr>
          <p:cNvSpPr>
            <a:spLocks noGrp="1"/>
          </p:cNvSpPr>
          <p:nvPr>
            <p:ph type="sldNum" sz="quarter" idx="12"/>
          </p:nvPr>
        </p:nvSpPr>
        <p:spPr/>
        <p:txBody>
          <a:bodyPr/>
          <a:lstStyle/>
          <a:p>
            <a:fld id="{78F2F820-E3F9-460B-AEF9-9BED554DF15C}" type="slidenum">
              <a:rPr lang="en-US" smtClean="0"/>
              <a:t>‹#›</a:t>
            </a:fld>
            <a:endParaRPr lang="en-US"/>
          </a:p>
        </p:txBody>
      </p:sp>
    </p:spTree>
    <p:extLst>
      <p:ext uri="{BB962C8B-B14F-4D97-AF65-F5344CB8AC3E}">
        <p14:creationId xmlns:p14="http://schemas.microsoft.com/office/powerpoint/2010/main" val="33974787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ACF5C6-E78F-445B-8B8D-C38E15EFE0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2FD5A91-B92F-49BA-A3C5-5C169987D3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6E2860-CB54-4FD0-AC64-C4752627A1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83F127-5722-4A5D-A693-71685CFA9954}" type="datetimeFigureOut">
              <a:rPr lang="en-US" smtClean="0"/>
              <a:t>8/7/2020</a:t>
            </a:fld>
            <a:endParaRPr lang="en-US"/>
          </a:p>
        </p:txBody>
      </p:sp>
      <p:sp>
        <p:nvSpPr>
          <p:cNvPr id="5" name="Footer Placeholder 4">
            <a:extLst>
              <a:ext uri="{FF2B5EF4-FFF2-40B4-BE49-F238E27FC236}">
                <a16:creationId xmlns:a16="http://schemas.microsoft.com/office/drawing/2014/main" id="{A89ABB92-1FE2-4C8A-97F8-706D5F39A5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37622FD-6D2B-4D45-8FA2-F906EABDFF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F2F820-E3F9-460B-AEF9-9BED554DF15C}" type="slidenum">
              <a:rPr lang="en-US" smtClean="0"/>
              <a:t>‹#›</a:t>
            </a:fld>
            <a:endParaRPr lang="en-US"/>
          </a:p>
        </p:txBody>
      </p:sp>
    </p:spTree>
    <p:extLst>
      <p:ext uri="{BB962C8B-B14F-4D97-AF65-F5344CB8AC3E}">
        <p14:creationId xmlns:p14="http://schemas.microsoft.com/office/powerpoint/2010/main" val="11086845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44B47-E384-4EF1-81DE-A5E33615B248}"/>
              </a:ext>
            </a:extLst>
          </p:cNvPr>
          <p:cNvSpPr>
            <a:spLocks noGrp="1"/>
          </p:cNvSpPr>
          <p:nvPr>
            <p:ph type="ctrTitle"/>
          </p:nvPr>
        </p:nvSpPr>
        <p:spPr/>
        <p:txBody>
          <a:bodyPr/>
          <a:lstStyle/>
          <a:p>
            <a:r>
              <a:rPr lang="en-US" dirty="0"/>
              <a:t>Pokémon EV Counter</a:t>
            </a:r>
            <a:br>
              <a:rPr lang="en-US" dirty="0"/>
            </a:br>
            <a:r>
              <a:rPr lang="en-US" dirty="0"/>
              <a:t>Outline</a:t>
            </a:r>
          </a:p>
        </p:txBody>
      </p:sp>
      <p:sp>
        <p:nvSpPr>
          <p:cNvPr id="3" name="Subtitle 2">
            <a:extLst>
              <a:ext uri="{FF2B5EF4-FFF2-40B4-BE49-F238E27FC236}">
                <a16:creationId xmlns:a16="http://schemas.microsoft.com/office/drawing/2014/main" id="{2FDDFB9A-7A1C-4A6A-A44A-645EE20756E6}"/>
              </a:ext>
            </a:extLst>
          </p:cNvPr>
          <p:cNvSpPr>
            <a:spLocks noGrp="1"/>
          </p:cNvSpPr>
          <p:nvPr>
            <p:ph type="subTitle" idx="1"/>
          </p:nvPr>
        </p:nvSpPr>
        <p:spPr/>
        <p:txBody>
          <a:bodyPr/>
          <a:lstStyle/>
          <a:p>
            <a:r>
              <a:rPr lang="en-US" dirty="0"/>
              <a:t>Emily Liu</a:t>
            </a:r>
          </a:p>
          <a:p>
            <a:r>
              <a:rPr lang="en-US" dirty="0"/>
              <a:t>&lt;GitHub link&gt;</a:t>
            </a:r>
          </a:p>
          <a:p>
            <a:r>
              <a:rPr lang="en-US" dirty="0"/>
              <a:t>Last updated: </a:t>
            </a:r>
          </a:p>
        </p:txBody>
      </p:sp>
    </p:spTree>
    <p:extLst>
      <p:ext uri="{BB962C8B-B14F-4D97-AF65-F5344CB8AC3E}">
        <p14:creationId xmlns:p14="http://schemas.microsoft.com/office/powerpoint/2010/main" val="2107220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C4622-0A99-4337-B530-5AE38118414B}"/>
              </a:ext>
            </a:extLst>
          </p:cNvPr>
          <p:cNvSpPr>
            <a:spLocks noGrp="1"/>
          </p:cNvSpPr>
          <p:nvPr>
            <p:ph type="title"/>
          </p:nvPr>
        </p:nvSpPr>
        <p:spPr/>
        <p:txBody>
          <a:bodyPr/>
          <a:lstStyle/>
          <a:p>
            <a:r>
              <a:rPr lang="en-US" dirty="0"/>
              <a:t>Intro</a:t>
            </a:r>
          </a:p>
        </p:txBody>
      </p:sp>
      <p:sp>
        <p:nvSpPr>
          <p:cNvPr id="3" name="Content Placeholder 2">
            <a:extLst>
              <a:ext uri="{FF2B5EF4-FFF2-40B4-BE49-F238E27FC236}">
                <a16:creationId xmlns:a16="http://schemas.microsoft.com/office/drawing/2014/main" id="{CDF31E9C-0A6F-49A4-A75C-840C97439041}"/>
              </a:ext>
            </a:extLst>
          </p:cNvPr>
          <p:cNvSpPr>
            <a:spLocks noGrp="1"/>
          </p:cNvSpPr>
          <p:nvPr>
            <p:ph idx="1"/>
          </p:nvPr>
        </p:nvSpPr>
        <p:spPr/>
        <p:txBody>
          <a:bodyPr>
            <a:normAutofit/>
          </a:bodyPr>
          <a:lstStyle/>
          <a:p>
            <a:pPr marL="0" indent="0">
              <a:buNone/>
            </a:pPr>
            <a:r>
              <a:rPr lang="en-US" dirty="0"/>
              <a:t>This is a counter app designed for the mainstream Pokémon games. In the game you raise Pokémon to their full potential by grinding (endlessly playing the game while your mom calls you down for dinner). Keeping track of numbers is a part of it so a counter app helps to keep track of your progress.</a:t>
            </a:r>
          </a:p>
          <a:p>
            <a:pPr marL="0" indent="0">
              <a:buNone/>
            </a:pPr>
            <a:endParaRPr lang="en-US" dirty="0"/>
          </a:p>
          <a:p>
            <a:pPr marL="0" indent="0">
              <a:buNone/>
            </a:pPr>
            <a:r>
              <a:rPr lang="en-US" dirty="0"/>
              <a:t>Glossary</a:t>
            </a:r>
          </a:p>
          <a:p>
            <a:r>
              <a:rPr lang="en-US" dirty="0"/>
              <a:t>EV – Effort values, AKA points invested into stats.</a:t>
            </a:r>
          </a:p>
          <a:p>
            <a:r>
              <a:rPr lang="en-US" dirty="0"/>
              <a:t>Gens III, IV, etc. – Different generations of Pokémon games.</a:t>
            </a:r>
          </a:p>
          <a:p>
            <a:pPr marL="0" indent="0">
              <a:buNone/>
            </a:pPr>
            <a:endParaRPr lang="en-US" dirty="0"/>
          </a:p>
        </p:txBody>
      </p:sp>
    </p:spTree>
    <p:extLst>
      <p:ext uri="{BB962C8B-B14F-4D97-AF65-F5344CB8AC3E}">
        <p14:creationId xmlns:p14="http://schemas.microsoft.com/office/powerpoint/2010/main" val="3160403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Arrow Connector 5">
            <a:extLst>
              <a:ext uri="{FF2B5EF4-FFF2-40B4-BE49-F238E27FC236}">
                <a16:creationId xmlns:a16="http://schemas.microsoft.com/office/drawing/2014/main" id="{A0673868-E183-47CC-9CD7-8C98BC47071B}"/>
              </a:ext>
            </a:extLst>
          </p:cNvPr>
          <p:cNvCxnSpPr/>
          <p:nvPr/>
        </p:nvCxnSpPr>
        <p:spPr>
          <a:xfrm>
            <a:off x="3595456" y="4003829"/>
            <a:ext cx="11452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586B782E-18B4-4D5E-8EEF-72BDD46AF3AB}"/>
              </a:ext>
            </a:extLst>
          </p:cNvPr>
          <p:cNvSpPr>
            <a:spLocks noGrp="1"/>
          </p:cNvSpPr>
          <p:nvPr>
            <p:ph type="title"/>
          </p:nvPr>
        </p:nvSpPr>
        <p:spPr/>
        <p:txBody>
          <a:bodyPr/>
          <a:lstStyle/>
          <a:p>
            <a:r>
              <a:rPr lang="en-US" dirty="0"/>
              <a:t>Class Hierarchy (</a:t>
            </a:r>
            <a:r>
              <a:rPr lang="en-US" dirty="0">
                <a:sym typeface="Wingdings" panose="05000000000000000000" pitchFamily="2" charset="2"/>
              </a:rPr>
              <a:t>)</a:t>
            </a:r>
            <a:endParaRPr lang="en-US" dirty="0"/>
          </a:p>
        </p:txBody>
      </p:sp>
      <p:cxnSp>
        <p:nvCxnSpPr>
          <p:cNvPr id="8" name="Straight Arrow Connector 7">
            <a:extLst>
              <a:ext uri="{FF2B5EF4-FFF2-40B4-BE49-F238E27FC236}">
                <a16:creationId xmlns:a16="http://schemas.microsoft.com/office/drawing/2014/main" id="{0A749367-39E5-4E5E-A2DE-4D55A3D8604B}"/>
              </a:ext>
            </a:extLst>
          </p:cNvPr>
          <p:cNvCxnSpPr/>
          <p:nvPr/>
        </p:nvCxnSpPr>
        <p:spPr>
          <a:xfrm>
            <a:off x="7457243" y="4003829"/>
            <a:ext cx="113634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4" name="Content Placeholder 3">
            <a:extLst>
              <a:ext uri="{FF2B5EF4-FFF2-40B4-BE49-F238E27FC236}">
                <a16:creationId xmlns:a16="http://schemas.microsoft.com/office/drawing/2014/main" id="{8C547E5D-C1E8-4F81-90D8-EB5B21791425}"/>
              </a:ext>
            </a:extLst>
          </p:cNvPr>
          <p:cNvGraphicFramePr>
            <a:graphicFrameLocks noGrp="1"/>
          </p:cNvGraphicFramePr>
          <p:nvPr>
            <p:ph idx="1"/>
            <p:extLst>
              <p:ext uri="{D42A27DB-BD31-4B8C-83A1-F6EECF244321}">
                <p14:modId xmlns:p14="http://schemas.microsoft.com/office/powerpoint/2010/main" val="123097341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261377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BBE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AD186-F4BD-4DFC-9D88-5CBECE66F389}"/>
              </a:ext>
            </a:extLst>
          </p:cNvPr>
          <p:cNvSpPr>
            <a:spLocks noGrp="1"/>
          </p:cNvSpPr>
          <p:nvPr>
            <p:ph type="title"/>
          </p:nvPr>
        </p:nvSpPr>
        <p:spPr/>
        <p:txBody>
          <a:bodyPr/>
          <a:lstStyle/>
          <a:p>
            <a:r>
              <a:rPr lang="en-US" dirty="0"/>
              <a:t>Interface: </a:t>
            </a:r>
            <a:r>
              <a:rPr lang="en-US" dirty="0" err="1"/>
              <a:t>EVMods</a:t>
            </a:r>
            <a:endParaRPr lang="en-US" dirty="0"/>
          </a:p>
        </p:txBody>
      </p:sp>
      <p:sp>
        <p:nvSpPr>
          <p:cNvPr id="5" name="Content Placeholder 4">
            <a:extLst>
              <a:ext uri="{FF2B5EF4-FFF2-40B4-BE49-F238E27FC236}">
                <a16:creationId xmlns:a16="http://schemas.microsoft.com/office/drawing/2014/main" id="{E339DA95-E903-4B14-80A4-3E8C57351168}"/>
              </a:ext>
            </a:extLst>
          </p:cNvPr>
          <p:cNvSpPr>
            <a:spLocks noGrp="1"/>
          </p:cNvSpPr>
          <p:nvPr>
            <p:ph idx="1"/>
          </p:nvPr>
        </p:nvSpPr>
        <p:spPr/>
        <p:txBody>
          <a:bodyPr/>
          <a:lstStyle/>
          <a:p>
            <a:r>
              <a:rPr lang="en-US" dirty="0" err="1"/>
              <a:t>pokerus</a:t>
            </a:r>
            <a:r>
              <a:rPr lang="en-US" dirty="0"/>
              <a:t>()</a:t>
            </a:r>
          </a:p>
          <a:p>
            <a:r>
              <a:rPr lang="en-US" dirty="0" err="1"/>
              <a:t>hardSet</a:t>
            </a:r>
            <a:r>
              <a:rPr lang="en-US" dirty="0"/>
              <a:t>&lt;stat&gt;()</a:t>
            </a:r>
          </a:p>
          <a:p>
            <a:r>
              <a:rPr lang="en-US" dirty="0" err="1"/>
              <a:t>battleUp</a:t>
            </a:r>
            <a:r>
              <a:rPr lang="en-US" dirty="0"/>
              <a:t>&lt;stat type&gt;()</a:t>
            </a:r>
          </a:p>
          <a:p>
            <a:r>
              <a:rPr lang="en-US" dirty="0"/>
              <a:t>&lt;berry&gt;()</a:t>
            </a:r>
          </a:p>
          <a:p>
            <a:r>
              <a:rPr lang="en-US" dirty="0"/>
              <a:t>&lt;vitamin&gt;()</a:t>
            </a:r>
          </a:p>
          <a:p>
            <a:endParaRPr lang="en-US" dirty="0"/>
          </a:p>
          <a:p>
            <a:pPr marL="0" indent="0">
              <a:buNone/>
            </a:pPr>
            <a:r>
              <a:rPr lang="en-US" dirty="0" err="1"/>
              <a:t>hardSet</a:t>
            </a:r>
            <a:r>
              <a:rPr lang="en-US" dirty="0"/>
              <a:t> methods set the specified stat type to the value passed in</a:t>
            </a:r>
          </a:p>
          <a:p>
            <a:pPr marL="0" indent="0">
              <a:buNone/>
            </a:pPr>
            <a:r>
              <a:rPr lang="en-US" dirty="0"/>
              <a:t>&lt;berry&gt; and &lt;vitamin&gt; methods represent items which modify EVs</a:t>
            </a:r>
          </a:p>
        </p:txBody>
      </p:sp>
    </p:spTree>
    <p:extLst>
      <p:ext uri="{BB962C8B-B14F-4D97-AF65-F5344CB8AC3E}">
        <p14:creationId xmlns:p14="http://schemas.microsoft.com/office/powerpoint/2010/main" val="41097736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BBE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6AD9A-2E83-4B64-A482-B99A57BB8860}"/>
              </a:ext>
            </a:extLst>
          </p:cNvPr>
          <p:cNvSpPr>
            <a:spLocks noGrp="1"/>
          </p:cNvSpPr>
          <p:nvPr>
            <p:ph type="title"/>
          </p:nvPr>
        </p:nvSpPr>
        <p:spPr/>
        <p:txBody>
          <a:bodyPr/>
          <a:lstStyle/>
          <a:p>
            <a:r>
              <a:rPr lang="en-US" dirty="0" err="1"/>
              <a:t>pokerus</a:t>
            </a:r>
            <a:r>
              <a:rPr lang="en-US" dirty="0"/>
              <a:t>()</a:t>
            </a:r>
          </a:p>
        </p:txBody>
      </p:sp>
      <p:sp>
        <p:nvSpPr>
          <p:cNvPr id="5" name="Content Placeholder 4">
            <a:extLst>
              <a:ext uri="{FF2B5EF4-FFF2-40B4-BE49-F238E27FC236}">
                <a16:creationId xmlns:a16="http://schemas.microsoft.com/office/drawing/2014/main" id="{CCEBDE4F-2629-4A13-BE40-1D82C0890D36}"/>
              </a:ext>
            </a:extLst>
          </p:cNvPr>
          <p:cNvSpPr>
            <a:spLocks noGrp="1"/>
          </p:cNvSpPr>
          <p:nvPr>
            <p:ph idx="1"/>
          </p:nvPr>
        </p:nvSpPr>
        <p:spPr/>
        <p:txBody>
          <a:bodyPr/>
          <a:lstStyle/>
          <a:p>
            <a:r>
              <a:rPr lang="en-US" dirty="0"/>
              <a:t>Setter method for </a:t>
            </a:r>
            <a:r>
              <a:rPr lang="en-US" dirty="0" err="1"/>
              <a:t>pokerus</a:t>
            </a:r>
            <a:endParaRPr lang="en-US" dirty="0"/>
          </a:p>
          <a:p>
            <a:endParaRPr lang="en-US" dirty="0"/>
          </a:p>
          <a:p>
            <a:pPr marL="0" indent="0">
              <a:buNone/>
            </a:pPr>
            <a:r>
              <a:rPr lang="en-US" dirty="0"/>
              <a:t>Sets </a:t>
            </a:r>
            <a:r>
              <a:rPr lang="en-US" dirty="0" err="1"/>
              <a:t>Pokerus</a:t>
            </a:r>
            <a:r>
              <a:rPr lang="en-US" dirty="0"/>
              <a:t> on/off.</a:t>
            </a:r>
          </a:p>
          <a:p>
            <a:pPr marL="0" indent="0">
              <a:buNone/>
            </a:pPr>
            <a:r>
              <a:rPr lang="en-US" dirty="0"/>
              <a:t>Simply inverses the value.</a:t>
            </a:r>
          </a:p>
        </p:txBody>
      </p:sp>
    </p:spTree>
    <p:extLst>
      <p:ext uri="{BB962C8B-B14F-4D97-AF65-F5344CB8AC3E}">
        <p14:creationId xmlns:p14="http://schemas.microsoft.com/office/powerpoint/2010/main" val="716457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BBE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AD186-F4BD-4DFC-9D88-5CBECE66F389}"/>
              </a:ext>
            </a:extLst>
          </p:cNvPr>
          <p:cNvSpPr>
            <a:spLocks noGrp="1"/>
          </p:cNvSpPr>
          <p:nvPr>
            <p:ph type="title"/>
          </p:nvPr>
        </p:nvSpPr>
        <p:spPr/>
        <p:txBody>
          <a:bodyPr/>
          <a:lstStyle/>
          <a:p>
            <a:r>
              <a:rPr lang="en-US" dirty="0" err="1"/>
              <a:t>battleUp</a:t>
            </a:r>
            <a:r>
              <a:rPr lang="en-US" dirty="0"/>
              <a:t>&lt;stat&gt;()</a:t>
            </a:r>
          </a:p>
        </p:txBody>
      </p:sp>
      <p:sp>
        <p:nvSpPr>
          <p:cNvPr id="5" name="Content Placeholder 4">
            <a:extLst>
              <a:ext uri="{FF2B5EF4-FFF2-40B4-BE49-F238E27FC236}">
                <a16:creationId xmlns:a16="http://schemas.microsoft.com/office/drawing/2014/main" id="{E339DA95-E903-4B14-80A4-3E8C57351168}"/>
              </a:ext>
            </a:extLst>
          </p:cNvPr>
          <p:cNvSpPr>
            <a:spLocks noGrp="1"/>
          </p:cNvSpPr>
          <p:nvPr>
            <p:ph idx="1"/>
          </p:nvPr>
        </p:nvSpPr>
        <p:spPr/>
        <p:txBody>
          <a:bodyPr/>
          <a:lstStyle/>
          <a:p>
            <a:r>
              <a:rPr lang="en-US" dirty="0" err="1">
                <a:solidFill>
                  <a:srgbClr val="E50101"/>
                </a:solidFill>
              </a:rPr>
              <a:t>battleUpHp</a:t>
            </a:r>
            <a:r>
              <a:rPr lang="en-US" dirty="0">
                <a:solidFill>
                  <a:srgbClr val="E50101"/>
                </a:solidFill>
              </a:rPr>
              <a:t>()</a:t>
            </a:r>
          </a:p>
          <a:p>
            <a:r>
              <a:rPr lang="en-US" dirty="0" err="1">
                <a:solidFill>
                  <a:schemeClr val="accent2"/>
                </a:solidFill>
              </a:rPr>
              <a:t>battleUpAtk</a:t>
            </a:r>
            <a:r>
              <a:rPr lang="en-US" dirty="0">
                <a:solidFill>
                  <a:schemeClr val="accent2"/>
                </a:solidFill>
              </a:rPr>
              <a:t>()</a:t>
            </a:r>
          </a:p>
          <a:p>
            <a:r>
              <a:rPr lang="en-US" dirty="0" err="1">
                <a:solidFill>
                  <a:schemeClr val="accent4"/>
                </a:solidFill>
              </a:rPr>
              <a:t>battleUpDef</a:t>
            </a:r>
            <a:r>
              <a:rPr lang="en-US" dirty="0">
                <a:solidFill>
                  <a:schemeClr val="accent4"/>
                </a:solidFill>
              </a:rPr>
              <a:t>()</a:t>
            </a:r>
          </a:p>
          <a:p>
            <a:r>
              <a:rPr lang="en-US" dirty="0" err="1">
                <a:solidFill>
                  <a:schemeClr val="accent1"/>
                </a:solidFill>
              </a:rPr>
              <a:t>battleUpAtk</a:t>
            </a:r>
            <a:r>
              <a:rPr lang="en-US" dirty="0">
                <a:solidFill>
                  <a:schemeClr val="accent1"/>
                </a:solidFill>
              </a:rPr>
              <a:t>()</a:t>
            </a:r>
          </a:p>
          <a:p>
            <a:r>
              <a:rPr lang="en-US" dirty="0" err="1">
                <a:solidFill>
                  <a:schemeClr val="accent6"/>
                </a:solidFill>
              </a:rPr>
              <a:t>battleUpSpDef</a:t>
            </a:r>
            <a:r>
              <a:rPr lang="en-US" dirty="0">
                <a:solidFill>
                  <a:schemeClr val="accent6"/>
                </a:solidFill>
              </a:rPr>
              <a:t>()</a:t>
            </a:r>
          </a:p>
          <a:p>
            <a:r>
              <a:rPr lang="en-US" dirty="0" err="1">
                <a:solidFill>
                  <a:srgbClr val="FF118E"/>
                </a:solidFill>
              </a:rPr>
              <a:t>battleUpSpd</a:t>
            </a:r>
            <a:r>
              <a:rPr lang="en-US" dirty="0">
                <a:solidFill>
                  <a:srgbClr val="FF118E"/>
                </a:solidFill>
              </a:rPr>
              <a:t>()</a:t>
            </a:r>
          </a:p>
          <a:p>
            <a:endParaRPr lang="en-US" dirty="0"/>
          </a:p>
          <a:p>
            <a:pPr marL="0" indent="0">
              <a:buNone/>
            </a:pPr>
            <a:r>
              <a:rPr lang="en-US" dirty="0"/>
              <a:t>Calculates EV earned per battle. Set to gain base 1 EV.</a:t>
            </a:r>
          </a:p>
        </p:txBody>
      </p:sp>
    </p:spTree>
    <p:extLst>
      <p:ext uri="{BB962C8B-B14F-4D97-AF65-F5344CB8AC3E}">
        <p14:creationId xmlns:p14="http://schemas.microsoft.com/office/powerpoint/2010/main" val="24360351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BBE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AD186-F4BD-4DFC-9D88-5CBECE66F389}"/>
              </a:ext>
            </a:extLst>
          </p:cNvPr>
          <p:cNvSpPr>
            <a:spLocks noGrp="1"/>
          </p:cNvSpPr>
          <p:nvPr>
            <p:ph type="title"/>
          </p:nvPr>
        </p:nvSpPr>
        <p:spPr/>
        <p:txBody>
          <a:bodyPr/>
          <a:lstStyle/>
          <a:p>
            <a:r>
              <a:rPr lang="en-US" dirty="0" err="1"/>
              <a:t>hardSet</a:t>
            </a:r>
            <a:r>
              <a:rPr lang="en-US" dirty="0"/>
              <a:t>&lt;stat&gt;()</a:t>
            </a:r>
          </a:p>
        </p:txBody>
      </p:sp>
      <p:sp>
        <p:nvSpPr>
          <p:cNvPr id="5" name="Content Placeholder 4">
            <a:extLst>
              <a:ext uri="{FF2B5EF4-FFF2-40B4-BE49-F238E27FC236}">
                <a16:creationId xmlns:a16="http://schemas.microsoft.com/office/drawing/2014/main" id="{E339DA95-E903-4B14-80A4-3E8C57351168}"/>
              </a:ext>
            </a:extLst>
          </p:cNvPr>
          <p:cNvSpPr>
            <a:spLocks noGrp="1"/>
          </p:cNvSpPr>
          <p:nvPr>
            <p:ph idx="1"/>
          </p:nvPr>
        </p:nvSpPr>
        <p:spPr/>
        <p:txBody>
          <a:bodyPr/>
          <a:lstStyle/>
          <a:p>
            <a:r>
              <a:rPr lang="en-US" dirty="0" err="1">
                <a:solidFill>
                  <a:srgbClr val="E50101"/>
                </a:solidFill>
              </a:rPr>
              <a:t>hardSetHp</a:t>
            </a:r>
            <a:r>
              <a:rPr lang="en-US" dirty="0">
                <a:solidFill>
                  <a:srgbClr val="E50101"/>
                </a:solidFill>
              </a:rPr>
              <a:t>()</a:t>
            </a:r>
          </a:p>
          <a:p>
            <a:r>
              <a:rPr lang="en-US" dirty="0" err="1">
                <a:solidFill>
                  <a:schemeClr val="accent2"/>
                </a:solidFill>
              </a:rPr>
              <a:t>hardSetAtk</a:t>
            </a:r>
            <a:r>
              <a:rPr lang="en-US" dirty="0">
                <a:solidFill>
                  <a:schemeClr val="accent2"/>
                </a:solidFill>
              </a:rPr>
              <a:t>()</a:t>
            </a:r>
          </a:p>
          <a:p>
            <a:r>
              <a:rPr lang="en-US" dirty="0" err="1">
                <a:solidFill>
                  <a:schemeClr val="accent4"/>
                </a:solidFill>
              </a:rPr>
              <a:t>hardSetDef</a:t>
            </a:r>
            <a:r>
              <a:rPr lang="en-US" dirty="0">
                <a:solidFill>
                  <a:schemeClr val="accent4"/>
                </a:solidFill>
              </a:rPr>
              <a:t>()</a:t>
            </a:r>
          </a:p>
          <a:p>
            <a:r>
              <a:rPr lang="en-US" dirty="0" err="1">
                <a:solidFill>
                  <a:schemeClr val="accent1"/>
                </a:solidFill>
              </a:rPr>
              <a:t>hardSetSpAtk</a:t>
            </a:r>
            <a:r>
              <a:rPr lang="en-US" dirty="0">
                <a:solidFill>
                  <a:schemeClr val="accent1"/>
                </a:solidFill>
              </a:rPr>
              <a:t>()</a:t>
            </a:r>
          </a:p>
          <a:p>
            <a:r>
              <a:rPr lang="en-US" dirty="0" err="1">
                <a:solidFill>
                  <a:schemeClr val="accent6"/>
                </a:solidFill>
              </a:rPr>
              <a:t>hardSetSpDef</a:t>
            </a:r>
            <a:r>
              <a:rPr lang="en-US" dirty="0">
                <a:solidFill>
                  <a:schemeClr val="accent6"/>
                </a:solidFill>
              </a:rPr>
              <a:t>()</a:t>
            </a:r>
          </a:p>
          <a:p>
            <a:r>
              <a:rPr lang="en-US" dirty="0" err="1">
                <a:solidFill>
                  <a:srgbClr val="FF118E"/>
                </a:solidFill>
              </a:rPr>
              <a:t>hardSetSpd</a:t>
            </a:r>
            <a:r>
              <a:rPr lang="en-US" dirty="0">
                <a:solidFill>
                  <a:srgbClr val="FF118E"/>
                </a:solidFill>
              </a:rPr>
              <a:t>()</a:t>
            </a:r>
          </a:p>
          <a:p>
            <a:endParaRPr lang="en-US" dirty="0"/>
          </a:p>
          <a:p>
            <a:pPr marL="0" indent="0">
              <a:buNone/>
            </a:pPr>
            <a:r>
              <a:rPr lang="en-US" dirty="0"/>
              <a:t>Setter methods for stats.</a:t>
            </a:r>
          </a:p>
        </p:txBody>
      </p:sp>
    </p:spTree>
    <p:extLst>
      <p:ext uri="{BB962C8B-B14F-4D97-AF65-F5344CB8AC3E}">
        <p14:creationId xmlns:p14="http://schemas.microsoft.com/office/powerpoint/2010/main" val="18399180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BBE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AD186-F4BD-4DFC-9D88-5CBECE66F389}"/>
              </a:ext>
            </a:extLst>
          </p:cNvPr>
          <p:cNvSpPr>
            <a:spLocks noGrp="1"/>
          </p:cNvSpPr>
          <p:nvPr>
            <p:ph type="title"/>
          </p:nvPr>
        </p:nvSpPr>
        <p:spPr/>
        <p:txBody>
          <a:bodyPr/>
          <a:lstStyle/>
          <a:p>
            <a:r>
              <a:rPr lang="en-US" dirty="0"/>
              <a:t>&lt;berry&gt;()</a:t>
            </a:r>
          </a:p>
        </p:txBody>
      </p:sp>
      <p:sp>
        <p:nvSpPr>
          <p:cNvPr id="5" name="Content Placeholder 4">
            <a:extLst>
              <a:ext uri="{FF2B5EF4-FFF2-40B4-BE49-F238E27FC236}">
                <a16:creationId xmlns:a16="http://schemas.microsoft.com/office/drawing/2014/main" id="{E339DA95-E903-4B14-80A4-3E8C57351168}"/>
              </a:ext>
            </a:extLst>
          </p:cNvPr>
          <p:cNvSpPr>
            <a:spLocks noGrp="1"/>
          </p:cNvSpPr>
          <p:nvPr>
            <p:ph idx="1"/>
          </p:nvPr>
        </p:nvSpPr>
        <p:spPr/>
        <p:txBody>
          <a:bodyPr/>
          <a:lstStyle/>
          <a:p>
            <a:r>
              <a:rPr lang="en-US" dirty="0" err="1">
                <a:solidFill>
                  <a:srgbClr val="E50101"/>
                </a:solidFill>
              </a:rPr>
              <a:t>pomeg</a:t>
            </a:r>
            <a:r>
              <a:rPr lang="en-US" dirty="0">
                <a:solidFill>
                  <a:srgbClr val="E50101"/>
                </a:solidFill>
              </a:rPr>
              <a:t>()</a:t>
            </a:r>
          </a:p>
          <a:p>
            <a:r>
              <a:rPr lang="en-US" dirty="0" err="1">
                <a:solidFill>
                  <a:schemeClr val="accent2"/>
                </a:solidFill>
              </a:rPr>
              <a:t>kelpsy</a:t>
            </a:r>
            <a:r>
              <a:rPr lang="en-US" dirty="0">
                <a:solidFill>
                  <a:schemeClr val="accent2"/>
                </a:solidFill>
              </a:rPr>
              <a:t>()</a:t>
            </a:r>
          </a:p>
          <a:p>
            <a:r>
              <a:rPr lang="en-US" dirty="0" err="1">
                <a:solidFill>
                  <a:schemeClr val="accent4"/>
                </a:solidFill>
              </a:rPr>
              <a:t>qualot</a:t>
            </a:r>
            <a:r>
              <a:rPr lang="en-US" dirty="0">
                <a:solidFill>
                  <a:schemeClr val="accent4"/>
                </a:solidFill>
              </a:rPr>
              <a:t>()</a:t>
            </a:r>
          </a:p>
          <a:p>
            <a:r>
              <a:rPr lang="en-US" dirty="0" err="1">
                <a:solidFill>
                  <a:schemeClr val="accent1"/>
                </a:solidFill>
              </a:rPr>
              <a:t>hondew</a:t>
            </a:r>
            <a:r>
              <a:rPr lang="en-US" dirty="0">
                <a:solidFill>
                  <a:schemeClr val="accent1"/>
                </a:solidFill>
              </a:rPr>
              <a:t>()</a:t>
            </a:r>
          </a:p>
          <a:p>
            <a:r>
              <a:rPr lang="en-US" dirty="0" err="1">
                <a:solidFill>
                  <a:schemeClr val="accent6"/>
                </a:solidFill>
              </a:rPr>
              <a:t>grepa</a:t>
            </a:r>
            <a:r>
              <a:rPr lang="en-US" dirty="0">
                <a:solidFill>
                  <a:schemeClr val="accent6"/>
                </a:solidFill>
              </a:rPr>
              <a:t>()</a:t>
            </a:r>
          </a:p>
          <a:p>
            <a:r>
              <a:rPr lang="en-US" dirty="0" err="1">
                <a:solidFill>
                  <a:srgbClr val="FF118E"/>
                </a:solidFill>
              </a:rPr>
              <a:t>tamato</a:t>
            </a:r>
            <a:r>
              <a:rPr lang="en-US" dirty="0">
                <a:solidFill>
                  <a:srgbClr val="FF118E"/>
                </a:solidFill>
              </a:rPr>
              <a:t>()</a:t>
            </a:r>
          </a:p>
          <a:p>
            <a:endParaRPr lang="en-US" dirty="0"/>
          </a:p>
          <a:p>
            <a:pPr marL="0" indent="0">
              <a:buNone/>
            </a:pPr>
            <a:r>
              <a:rPr lang="en-US" dirty="0"/>
              <a:t>Reduces EV values per use. Implemented differently by gen.</a:t>
            </a:r>
          </a:p>
        </p:txBody>
      </p:sp>
    </p:spTree>
    <p:extLst>
      <p:ext uri="{BB962C8B-B14F-4D97-AF65-F5344CB8AC3E}">
        <p14:creationId xmlns:p14="http://schemas.microsoft.com/office/powerpoint/2010/main" val="1325130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BBE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58CB8-C11B-46BB-BC49-E030980140A8}"/>
              </a:ext>
            </a:extLst>
          </p:cNvPr>
          <p:cNvSpPr>
            <a:spLocks noGrp="1"/>
          </p:cNvSpPr>
          <p:nvPr>
            <p:ph type="title"/>
          </p:nvPr>
        </p:nvSpPr>
        <p:spPr/>
        <p:txBody>
          <a:bodyPr/>
          <a:lstStyle/>
          <a:p>
            <a:r>
              <a:rPr lang="en-US" dirty="0"/>
              <a:t>&lt;vitamin name&gt;(): hp(), protein(), </a:t>
            </a:r>
            <a:r>
              <a:rPr lang="en-US" dirty="0" err="1"/>
              <a:t>etc</a:t>
            </a:r>
            <a:r>
              <a:rPr lang="en-US" dirty="0"/>
              <a:t>…</a:t>
            </a:r>
          </a:p>
        </p:txBody>
      </p:sp>
      <p:sp>
        <p:nvSpPr>
          <p:cNvPr id="4" name="Content Placeholder 3">
            <a:extLst>
              <a:ext uri="{FF2B5EF4-FFF2-40B4-BE49-F238E27FC236}">
                <a16:creationId xmlns:a16="http://schemas.microsoft.com/office/drawing/2014/main" id="{E2E0396D-392A-48E8-98F8-482AE1EE50C4}"/>
              </a:ext>
            </a:extLst>
          </p:cNvPr>
          <p:cNvSpPr>
            <a:spLocks noGrp="1"/>
          </p:cNvSpPr>
          <p:nvPr>
            <p:ph idx="1"/>
          </p:nvPr>
        </p:nvSpPr>
        <p:spPr/>
        <p:txBody>
          <a:bodyPr/>
          <a:lstStyle/>
          <a:p>
            <a:r>
              <a:rPr lang="en-US" dirty="0"/>
              <a:t>Setter methods for the stat members</a:t>
            </a:r>
          </a:p>
          <a:p>
            <a:endParaRPr lang="en-US" dirty="0"/>
          </a:p>
          <a:p>
            <a:pPr marL="0" indent="0">
              <a:buNone/>
            </a:pPr>
            <a:r>
              <a:rPr lang="en-US" dirty="0"/>
              <a:t>For incrementing stats after chugging a vitamin.</a:t>
            </a:r>
          </a:p>
          <a:p>
            <a:pPr marL="0" indent="0">
              <a:buNone/>
            </a:pPr>
            <a:r>
              <a:rPr lang="en-US" dirty="0"/>
              <a:t>Increments 10 EV per method call.</a:t>
            </a:r>
          </a:p>
          <a:p>
            <a:pPr marL="0" indent="0">
              <a:buNone/>
            </a:pPr>
            <a:r>
              <a:rPr lang="en-US" dirty="0"/>
              <a:t>IF stat being incremented will exceed 100 OR </a:t>
            </a:r>
            <a:r>
              <a:rPr lang="en-US" dirty="0" err="1"/>
              <a:t>totalEv</a:t>
            </a:r>
            <a:r>
              <a:rPr lang="en-US" dirty="0"/>
              <a:t> will exceed 510</a:t>
            </a:r>
          </a:p>
          <a:p>
            <a:pPr marL="0" indent="0">
              <a:buNone/>
            </a:pPr>
            <a:r>
              <a:rPr lang="en-US" dirty="0"/>
              <a:t>=&gt; the stat will be incremented to the max possible value</a:t>
            </a:r>
          </a:p>
          <a:p>
            <a:pPr marL="0" indent="0">
              <a:buNone/>
            </a:pPr>
            <a:endParaRPr lang="en-US" dirty="0"/>
          </a:p>
        </p:txBody>
      </p:sp>
    </p:spTree>
    <p:extLst>
      <p:ext uri="{BB962C8B-B14F-4D97-AF65-F5344CB8AC3E}">
        <p14:creationId xmlns:p14="http://schemas.microsoft.com/office/powerpoint/2010/main" val="825398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BDA29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58CB8-C11B-46BB-BC49-E030980140A8}"/>
              </a:ext>
            </a:extLst>
          </p:cNvPr>
          <p:cNvSpPr>
            <a:spLocks noGrp="1"/>
          </p:cNvSpPr>
          <p:nvPr>
            <p:ph type="title"/>
          </p:nvPr>
        </p:nvSpPr>
        <p:spPr/>
        <p:txBody>
          <a:bodyPr/>
          <a:lstStyle/>
          <a:p>
            <a:r>
              <a:rPr lang="en-US" dirty="0"/>
              <a:t>Class: PokemonG3</a:t>
            </a:r>
          </a:p>
        </p:txBody>
      </p:sp>
      <p:sp>
        <p:nvSpPr>
          <p:cNvPr id="4" name="Content Placeholder 3">
            <a:extLst>
              <a:ext uri="{FF2B5EF4-FFF2-40B4-BE49-F238E27FC236}">
                <a16:creationId xmlns:a16="http://schemas.microsoft.com/office/drawing/2014/main" id="{E2E0396D-392A-48E8-98F8-482AE1EE50C4}"/>
              </a:ext>
            </a:extLst>
          </p:cNvPr>
          <p:cNvSpPr>
            <a:spLocks noGrp="1"/>
          </p:cNvSpPr>
          <p:nvPr>
            <p:ph sz="half" idx="1"/>
          </p:nvPr>
        </p:nvSpPr>
        <p:spPr/>
        <p:txBody>
          <a:bodyPr/>
          <a:lstStyle/>
          <a:p>
            <a:pPr marL="0" indent="0">
              <a:buNone/>
            </a:pPr>
            <a:r>
              <a:rPr lang="en-US" dirty="0"/>
              <a:t>Members:</a:t>
            </a:r>
          </a:p>
          <a:p>
            <a:r>
              <a:rPr lang="en-US" dirty="0"/>
              <a:t>&lt;stat types&gt;</a:t>
            </a:r>
          </a:p>
          <a:p>
            <a:r>
              <a:rPr lang="en-US" dirty="0" err="1"/>
              <a:t>totalEv</a:t>
            </a:r>
            <a:endParaRPr lang="en-US" dirty="0"/>
          </a:p>
          <a:p>
            <a:r>
              <a:rPr lang="en-US" dirty="0"/>
              <a:t>equipment</a:t>
            </a:r>
          </a:p>
          <a:p>
            <a:r>
              <a:rPr lang="en-US" dirty="0" err="1"/>
              <a:t>pokerus</a:t>
            </a:r>
            <a:endParaRPr lang="en-US" dirty="0"/>
          </a:p>
          <a:p>
            <a:r>
              <a:rPr lang="en-US" dirty="0"/>
              <a:t>name</a:t>
            </a:r>
          </a:p>
        </p:txBody>
      </p:sp>
      <p:sp>
        <p:nvSpPr>
          <p:cNvPr id="5" name="Content Placeholder 4">
            <a:extLst>
              <a:ext uri="{FF2B5EF4-FFF2-40B4-BE49-F238E27FC236}">
                <a16:creationId xmlns:a16="http://schemas.microsoft.com/office/drawing/2014/main" id="{6A95C44A-8A61-4569-A819-8E3DBE20F60E}"/>
              </a:ext>
            </a:extLst>
          </p:cNvPr>
          <p:cNvSpPr>
            <a:spLocks noGrp="1"/>
          </p:cNvSpPr>
          <p:nvPr>
            <p:ph sz="half" idx="2"/>
          </p:nvPr>
        </p:nvSpPr>
        <p:spPr/>
        <p:txBody>
          <a:bodyPr/>
          <a:lstStyle/>
          <a:p>
            <a:pPr marL="0" indent="0">
              <a:buNone/>
            </a:pPr>
            <a:r>
              <a:rPr lang="en-US" dirty="0"/>
              <a:t>Methods:</a:t>
            </a:r>
          </a:p>
          <a:p>
            <a:r>
              <a:rPr lang="en-US" dirty="0"/>
              <a:t>equip()</a:t>
            </a:r>
          </a:p>
          <a:p>
            <a:r>
              <a:rPr lang="en-US" dirty="0" err="1"/>
              <a:t>pokerus</a:t>
            </a:r>
            <a:r>
              <a:rPr lang="en-US" dirty="0"/>
              <a:t>()</a:t>
            </a:r>
          </a:p>
        </p:txBody>
      </p:sp>
    </p:spTree>
    <p:extLst>
      <p:ext uri="{BB962C8B-B14F-4D97-AF65-F5344CB8AC3E}">
        <p14:creationId xmlns:p14="http://schemas.microsoft.com/office/powerpoint/2010/main" val="7951958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BDA29F"/>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F680DB-865E-4582-94B8-A0452A00D434}"/>
              </a:ext>
            </a:extLst>
          </p:cNvPr>
          <p:cNvSpPr>
            <a:spLocks noGrp="1"/>
          </p:cNvSpPr>
          <p:nvPr>
            <p:ph type="title"/>
          </p:nvPr>
        </p:nvSpPr>
        <p:spPr/>
        <p:txBody>
          <a:bodyPr/>
          <a:lstStyle/>
          <a:p>
            <a:r>
              <a:rPr lang="en-US" dirty="0"/>
              <a:t>Stat Types</a:t>
            </a:r>
          </a:p>
        </p:txBody>
      </p:sp>
      <p:sp>
        <p:nvSpPr>
          <p:cNvPr id="6" name="Content Placeholder 5">
            <a:extLst>
              <a:ext uri="{FF2B5EF4-FFF2-40B4-BE49-F238E27FC236}">
                <a16:creationId xmlns:a16="http://schemas.microsoft.com/office/drawing/2014/main" id="{D884021E-8786-4CEA-BD90-89D011831542}"/>
              </a:ext>
            </a:extLst>
          </p:cNvPr>
          <p:cNvSpPr>
            <a:spLocks noGrp="1"/>
          </p:cNvSpPr>
          <p:nvPr>
            <p:ph idx="1"/>
          </p:nvPr>
        </p:nvSpPr>
        <p:spPr>
          <a:xfrm>
            <a:off x="838200" y="1825625"/>
            <a:ext cx="4515709" cy="4351338"/>
          </a:xfrm>
        </p:spPr>
        <p:txBody>
          <a:bodyPr/>
          <a:lstStyle/>
          <a:p>
            <a:r>
              <a:rPr lang="en-US" dirty="0"/>
              <a:t>Type: int</a:t>
            </a:r>
          </a:p>
          <a:p>
            <a:r>
              <a:rPr lang="en-US" dirty="0"/>
              <a:t>Modifier: private</a:t>
            </a:r>
          </a:p>
          <a:p>
            <a:endParaRPr lang="en-US" dirty="0"/>
          </a:p>
          <a:p>
            <a:pPr marL="0" indent="0">
              <a:buNone/>
            </a:pPr>
            <a:r>
              <a:rPr lang="en-US" dirty="0"/>
              <a:t>The EV points the Pokémon has.</a:t>
            </a:r>
          </a:p>
        </p:txBody>
      </p:sp>
      <p:graphicFrame>
        <p:nvGraphicFramePr>
          <p:cNvPr id="5" name="Diagram 4">
            <a:extLst>
              <a:ext uri="{FF2B5EF4-FFF2-40B4-BE49-F238E27FC236}">
                <a16:creationId xmlns:a16="http://schemas.microsoft.com/office/drawing/2014/main" id="{896D6815-AA0E-468E-AA66-9DAD5D416052}"/>
              </a:ext>
            </a:extLst>
          </p:cNvPr>
          <p:cNvGraphicFramePr/>
          <p:nvPr>
            <p:extLst>
              <p:ext uri="{D42A27DB-BD31-4B8C-83A1-F6EECF244321}">
                <p14:modId xmlns:p14="http://schemas.microsoft.com/office/powerpoint/2010/main" val="474902718"/>
              </p:ext>
            </p:extLst>
          </p:nvPr>
        </p:nvGraphicFramePr>
        <p:xfrm>
          <a:off x="5353909" y="719666"/>
          <a:ext cx="5999891"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62380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BDA29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58CB8-C11B-46BB-BC49-E030980140A8}"/>
              </a:ext>
            </a:extLst>
          </p:cNvPr>
          <p:cNvSpPr>
            <a:spLocks noGrp="1"/>
          </p:cNvSpPr>
          <p:nvPr>
            <p:ph type="title"/>
          </p:nvPr>
        </p:nvSpPr>
        <p:spPr/>
        <p:txBody>
          <a:bodyPr/>
          <a:lstStyle/>
          <a:p>
            <a:r>
              <a:rPr lang="en-US" dirty="0" err="1"/>
              <a:t>totalEv</a:t>
            </a:r>
            <a:endParaRPr lang="en-US" dirty="0"/>
          </a:p>
        </p:txBody>
      </p:sp>
      <p:sp>
        <p:nvSpPr>
          <p:cNvPr id="4" name="Content Placeholder 3">
            <a:extLst>
              <a:ext uri="{FF2B5EF4-FFF2-40B4-BE49-F238E27FC236}">
                <a16:creationId xmlns:a16="http://schemas.microsoft.com/office/drawing/2014/main" id="{E2E0396D-392A-48E8-98F8-482AE1EE50C4}"/>
              </a:ext>
            </a:extLst>
          </p:cNvPr>
          <p:cNvSpPr>
            <a:spLocks noGrp="1"/>
          </p:cNvSpPr>
          <p:nvPr>
            <p:ph idx="1"/>
          </p:nvPr>
        </p:nvSpPr>
        <p:spPr/>
        <p:txBody>
          <a:bodyPr/>
          <a:lstStyle/>
          <a:p>
            <a:r>
              <a:rPr lang="en-US" dirty="0"/>
              <a:t>Type: int</a:t>
            </a:r>
          </a:p>
          <a:p>
            <a:r>
              <a:rPr lang="en-US" dirty="0"/>
              <a:t>Modifier: private</a:t>
            </a:r>
          </a:p>
          <a:p>
            <a:endParaRPr lang="en-US" dirty="0"/>
          </a:p>
          <a:p>
            <a:pPr marL="0" indent="0">
              <a:buNone/>
            </a:pPr>
            <a:r>
              <a:rPr lang="en-US" dirty="0"/>
              <a:t>Stores total EV held by the Pokémon. Used to compare with 510 limit.</a:t>
            </a:r>
          </a:p>
        </p:txBody>
      </p:sp>
    </p:spTree>
    <p:extLst>
      <p:ext uri="{BB962C8B-B14F-4D97-AF65-F5344CB8AC3E}">
        <p14:creationId xmlns:p14="http://schemas.microsoft.com/office/powerpoint/2010/main" val="30833281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BDA29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6AD9A-2E83-4B64-A482-B99A57BB8860}"/>
              </a:ext>
            </a:extLst>
          </p:cNvPr>
          <p:cNvSpPr>
            <a:spLocks noGrp="1"/>
          </p:cNvSpPr>
          <p:nvPr>
            <p:ph type="title"/>
          </p:nvPr>
        </p:nvSpPr>
        <p:spPr/>
        <p:txBody>
          <a:bodyPr/>
          <a:lstStyle/>
          <a:p>
            <a:r>
              <a:rPr lang="en-US" dirty="0"/>
              <a:t>equipment</a:t>
            </a:r>
          </a:p>
        </p:txBody>
      </p:sp>
      <p:sp>
        <p:nvSpPr>
          <p:cNvPr id="5" name="Content Placeholder 4">
            <a:extLst>
              <a:ext uri="{FF2B5EF4-FFF2-40B4-BE49-F238E27FC236}">
                <a16:creationId xmlns:a16="http://schemas.microsoft.com/office/drawing/2014/main" id="{CCEBDE4F-2629-4A13-BE40-1D82C0890D36}"/>
              </a:ext>
            </a:extLst>
          </p:cNvPr>
          <p:cNvSpPr>
            <a:spLocks noGrp="1"/>
          </p:cNvSpPr>
          <p:nvPr>
            <p:ph idx="1"/>
          </p:nvPr>
        </p:nvSpPr>
        <p:spPr/>
        <p:txBody>
          <a:bodyPr/>
          <a:lstStyle/>
          <a:p>
            <a:r>
              <a:rPr lang="en-US" dirty="0"/>
              <a:t>Type: int</a:t>
            </a:r>
          </a:p>
          <a:p>
            <a:r>
              <a:rPr lang="en-US" dirty="0"/>
              <a:t>Modifier: private</a:t>
            </a:r>
          </a:p>
          <a:p>
            <a:endParaRPr lang="en-US" dirty="0"/>
          </a:p>
          <a:p>
            <a:pPr marL="0" indent="0">
              <a:buNone/>
            </a:pPr>
            <a:r>
              <a:rPr lang="en-US" dirty="0"/>
              <a:t>Identifier for the type of equipment used.</a:t>
            </a:r>
          </a:p>
          <a:p>
            <a:pPr marL="0" indent="0">
              <a:buNone/>
            </a:pPr>
            <a:r>
              <a:rPr lang="en-US" dirty="0"/>
              <a:t>0: Nothing</a:t>
            </a:r>
            <a:br>
              <a:rPr lang="en-US" dirty="0"/>
            </a:br>
            <a:r>
              <a:rPr lang="en-US" dirty="0"/>
              <a:t>1: Macho Brace</a:t>
            </a:r>
          </a:p>
          <a:p>
            <a:pPr marL="0" indent="0">
              <a:buNone/>
            </a:pPr>
            <a:r>
              <a:rPr lang="en-US" dirty="0"/>
              <a:t>2-7: Power items (in order of HP, </a:t>
            </a:r>
            <a:r>
              <a:rPr lang="en-US" dirty="0" err="1"/>
              <a:t>Atk</a:t>
            </a:r>
            <a:r>
              <a:rPr lang="en-US" dirty="0"/>
              <a:t>, Def…)</a:t>
            </a:r>
          </a:p>
        </p:txBody>
      </p:sp>
    </p:spTree>
    <p:extLst>
      <p:ext uri="{BB962C8B-B14F-4D97-AF65-F5344CB8AC3E}">
        <p14:creationId xmlns:p14="http://schemas.microsoft.com/office/powerpoint/2010/main" val="13600876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BDA29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6AD9A-2E83-4B64-A482-B99A57BB8860}"/>
              </a:ext>
            </a:extLst>
          </p:cNvPr>
          <p:cNvSpPr>
            <a:spLocks noGrp="1"/>
          </p:cNvSpPr>
          <p:nvPr>
            <p:ph type="title"/>
          </p:nvPr>
        </p:nvSpPr>
        <p:spPr/>
        <p:txBody>
          <a:bodyPr/>
          <a:lstStyle/>
          <a:p>
            <a:r>
              <a:rPr lang="en-US" dirty="0" err="1"/>
              <a:t>pokerus</a:t>
            </a:r>
            <a:endParaRPr lang="en-US" dirty="0"/>
          </a:p>
        </p:txBody>
      </p:sp>
      <p:sp>
        <p:nvSpPr>
          <p:cNvPr id="5" name="Content Placeholder 4">
            <a:extLst>
              <a:ext uri="{FF2B5EF4-FFF2-40B4-BE49-F238E27FC236}">
                <a16:creationId xmlns:a16="http://schemas.microsoft.com/office/drawing/2014/main" id="{CCEBDE4F-2629-4A13-BE40-1D82C0890D36}"/>
              </a:ext>
            </a:extLst>
          </p:cNvPr>
          <p:cNvSpPr>
            <a:spLocks noGrp="1"/>
          </p:cNvSpPr>
          <p:nvPr>
            <p:ph idx="1"/>
          </p:nvPr>
        </p:nvSpPr>
        <p:spPr/>
        <p:txBody>
          <a:bodyPr/>
          <a:lstStyle/>
          <a:p>
            <a:r>
              <a:rPr lang="en-US" dirty="0"/>
              <a:t>Type: </a:t>
            </a:r>
            <a:r>
              <a:rPr lang="en-US" dirty="0" err="1"/>
              <a:t>boolean</a:t>
            </a:r>
            <a:endParaRPr lang="en-US" dirty="0"/>
          </a:p>
          <a:p>
            <a:r>
              <a:rPr lang="en-US" dirty="0"/>
              <a:t>Modifier: protected</a:t>
            </a:r>
          </a:p>
          <a:p>
            <a:pPr marL="0" indent="0">
              <a:buNone/>
            </a:pPr>
            <a:endParaRPr lang="en-US" dirty="0"/>
          </a:p>
          <a:p>
            <a:pPr marL="0" indent="0">
              <a:buNone/>
            </a:pPr>
            <a:r>
              <a:rPr lang="en-US" dirty="0"/>
              <a:t>Indicates if the </a:t>
            </a:r>
            <a:r>
              <a:rPr lang="en-US" dirty="0" err="1"/>
              <a:t>Pokemon</a:t>
            </a:r>
            <a:r>
              <a:rPr lang="en-US" dirty="0"/>
              <a:t> has been infected.</a:t>
            </a:r>
          </a:p>
        </p:txBody>
      </p:sp>
    </p:spTree>
    <p:extLst>
      <p:ext uri="{BB962C8B-B14F-4D97-AF65-F5344CB8AC3E}">
        <p14:creationId xmlns:p14="http://schemas.microsoft.com/office/powerpoint/2010/main" val="23671484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BDA29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58CB8-C11B-46BB-BC49-E030980140A8}"/>
              </a:ext>
            </a:extLst>
          </p:cNvPr>
          <p:cNvSpPr>
            <a:spLocks noGrp="1"/>
          </p:cNvSpPr>
          <p:nvPr>
            <p:ph type="title"/>
          </p:nvPr>
        </p:nvSpPr>
        <p:spPr>
          <a:solidFill>
            <a:srgbClr val="BDA29F"/>
          </a:solidFill>
        </p:spPr>
        <p:txBody>
          <a:bodyPr/>
          <a:lstStyle/>
          <a:p>
            <a:r>
              <a:rPr lang="en-US" dirty="0"/>
              <a:t>name</a:t>
            </a:r>
          </a:p>
        </p:txBody>
      </p:sp>
      <p:sp>
        <p:nvSpPr>
          <p:cNvPr id="4" name="Content Placeholder 3">
            <a:extLst>
              <a:ext uri="{FF2B5EF4-FFF2-40B4-BE49-F238E27FC236}">
                <a16:creationId xmlns:a16="http://schemas.microsoft.com/office/drawing/2014/main" id="{E2E0396D-392A-48E8-98F8-482AE1EE50C4}"/>
              </a:ext>
            </a:extLst>
          </p:cNvPr>
          <p:cNvSpPr>
            <a:spLocks noGrp="1"/>
          </p:cNvSpPr>
          <p:nvPr>
            <p:ph idx="1"/>
          </p:nvPr>
        </p:nvSpPr>
        <p:spPr/>
        <p:txBody>
          <a:bodyPr/>
          <a:lstStyle/>
          <a:p>
            <a:r>
              <a:rPr lang="en-US" dirty="0"/>
              <a:t>Type: String</a:t>
            </a:r>
          </a:p>
          <a:p>
            <a:r>
              <a:rPr lang="en-US" dirty="0"/>
              <a:t>Modifier: private</a:t>
            </a:r>
          </a:p>
          <a:p>
            <a:endParaRPr lang="en-US" dirty="0"/>
          </a:p>
          <a:p>
            <a:pPr marL="0" indent="0">
              <a:buNone/>
            </a:pPr>
            <a:r>
              <a:rPr lang="en-US" dirty="0"/>
              <a:t>The name to identify the Pokémon with.</a:t>
            </a:r>
          </a:p>
        </p:txBody>
      </p:sp>
    </p:spTree>
    <p:extLst>
      <p:ext uri="{BB962C8B-B14F-4D97-AF65-F5344CB8AC3E}">
        <p14:creationId xmlns:p14="http://schemas.microsoft.com/office/powerpoint/2010/main" val="5351619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BDA29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58CB8-C11B-46BB-BC49-E030980140A8}"/>
              </a:ext>
            </a:extLst>
          </p:cNvPr>
          <p:cNvSpPr>
            <a:spLocks noGrp="1"/>
          </p:cNvSpPr>
          <p:nvPr>
            <p:ph type="title"/>
          </p:nvPr>
        </p:nvSpPr>
        <p:spPr/>
        <p:txBody>
          <a:bodyPr/>
          <a:lstStyle/>
          <a:p>
            <a:r>
              <a:rPr lang="en-US" dirty="0" err="1"/>
              <a:t>battleUp</a:t>
            </a:r>
            <a:r>
              <a:rPr lang="en-US" dirty="0"/>
              <a:t>&lt;stat type&gt;(): </a:t>
            </a:r>
            <a:r>
              <a:rPr lang="en-US" dirty="0" err="1"/>
              <a:t>battleUpHp</a:t>
            </a:r>
            <a:r>
              <a:rPr lang="en-US" dirty="0"/>
              <a:t>(), </a:t>
            </a:r>
            <a:r>
              <a:rPr lang="en-US" dirty="0" err="1"/>
              <a:t>battleUpAtk</a:t>
            </a:r>
            <a:r>
              <a:rPr lang="en-US" dirty="0"/>
              <a:t>(), </a:t>
            </a:r>
            <a:r>
              <a:rPr lang="en-US" dirty="0" err="1"/>
              <a:t>etc</a:t>
            </a:r>
            <a:r>
              <a:rPr lang="en-US" dirty="0"/>
              <a:t>…</a:t>
            </a:r>
          </a:p>
        </p:txBody>
      </p:sp>
      <p:sp>
        <p:nvSpPr>
          <p:cNvPr id="4" name="Content Placeholder 3">
            <a:extLst>
              <a:ext uri="{FF2B5EF4-FFF2-40B4-BE49-F238E27FC236}">
                <a16:creationId xmlns:a16="http://schemas.microsoft.com/office/drawing/2014/main" id="{E2E0396D-392A-48E8-98F8-482AE1EE50C4}"/>
              </a:ext>
            </a:extLst>
          </p:cNvPr>
          <p:cNvSpPr>
            <a:spLocks noGrp="1"/>
          </p:cNvSpPr>
          <p:nvPr>
            <p:ph idx="1"/>
          </p:nvPr>
        </p:nvSpPr>
        <p:spPr/>
        <p:txBody>
          <a:bodyPr/>
          <a:lstStyle/>
          <a:p>
            <a:r>
              <a:rPr lang="en-US" dirty="0"/>
              <a:t>Setter methods for the stat members</a:t>
            </a:r>
          </a:p>
          <a:p>
            <a:endParaRPr lang="en-US" dirty="0"/>
          </a:p>
          <a:p>
            <a:pPr marL="0" indent="0">
              <a:buNone/>
            </a:pPr>
            <a:r>
              <a:rPr lang="en-US" dirty="0"/>
              <a:t>For incrementing stats after each battle.</a:t>
            </a:r>
          </a:p>
          <a:p>
            <a:pPr marL="0" indent="0">
              <a:buNone/>
            </a:pPr>
            <a:r>
              <a:rPr lang="en-US" dirty="0"/>
              <a:t>Increments 1 EV per method call.</a:t>
            </a:r>
          </a:p>
          <a:p>
            <a:pPr marL="0" indent="0">
              <a:buNone/>
            </a:pPr>
            <a:r>
              <a:rPr lang="en-US" dirty="0"/>
              <a:t>Doubled to 2 if </a:t>
            </a:r>
            <a:r>
              <a:rPr lang="en-US" dirty="0" err="1"/>
              <a:t>mBrace</a:t>
            </a:r>
            <a:r>
              <a:rPr lang="en-US" dirty="0"/>
              <a:t> == true.</a:t>
            </a:r>
          </a:p>
          <a:p>
            <a:pPr marL="0" indent="0">
              <a:buNone/>
            </a:pPr>
            <a:r>
              <a:rPr lang="en-US" dirty="0"/>
              <a:t>IF stat being incremented will exceed 255 OR </a:t>
            </a:r>
            <a:r>
              <a:rPr lang="en-US" dirty="0" err="1"/>
              <a:t>totalEv</a:t>
            </a:r>
            <a:r>
              <a:rPr lang="en-US" dirty="0"/>
              <a:t> will exceed 510</a:t>
            </a:r>
          </a:p>
          <a:p>
            <a:pPr marL="0" indent="0">
              <a:buNone/>
            </a:pPr>
            <a:r>
              <a:rPr lang="en-US" dirty="0"/>
              <a:t>=&gt; the stat will be incremented to the max possible value</a:t>
            </a:r>
          </a:p>
        </p:txBody>
      </p:sp>
    </p:spTree>
    <p:extLst>
      <p:ext uri="{BB962C8B-B14F-4D97-AF65-F5344CB8AC3E}">
        <p14:creationId xmlns:p14="http://schemas.microsoft.com/office/powerpoint/2010/main" val="20016973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BDA29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6AD9A-2E83-4B64-A482-B99A57BB8860}"/>
              </a:ext>
            </a:extLst>
          </p:cNvPr>
          <p:cNvSpPr>
            <a:spLocks noGrp="1"/>
          </p:cNvSpPr>
          <p:nvPr>
            <p:ph type="title"/>
          </p:nvPr>
        </p:nvSpPr>
        <p:spPr/>
        <p:txBody>
          <a:bodyPr/>
          <a:lstStyle/>
          <a:p>
            <a:r>
              <a:rPr lang="en-US" dirty="0"/>
              <a:t>equip()</a:t>
            </a:r>
          </a:p>
        </p:txBody>
      </p:sp>
      <p:sp>
        <p:nvSpPr>
          <p:cNvPr id="5" name="Content Placeholder 4">
            <a:extLst>
              <a:ext uri="{FF2B5EF4-FFF2-40B4-BE49-F238E27FC236}">
                <a16:creationId xmlns:a16="http://schemas.microsoft.com/office/drawing/2014/main" id="{CCEBDE4F-2629-4A13-BE40-1D82C0890D36}"/>
              </a:ext>
            </a:extLst>
          </p:cNvPr>
          <p:cNvSpPr>
            <a:spLocks noGrp="1"/>
          </p:cNvSpPr>
          <p:nvPr>
            <p:ph idx="1"/>
          </p:nvPr>
        </p:nvSpPr>
        <p:spPr/>
        <p:txBody>
          <a:bodyPr/>
          <a:lstStyle/>
          <a:p>
            <a:r>
              <a:rPr lang="en-US" dirty="0"/>
              <a:t>Return: void</a:t>
            </a:r>
          </a:p>
          <a:p>
            <a:endParaRPr lang="en-US" dirty="0"/>
          </a:p>
          <a:p>
            <a:pPr marL="0" indent="0">
              <a:buNone/>
            </a:pPr>
            <a:r>
              <a:rPr lang="en-US" dirty="0"/>
              <a:t>Sets the equipment member with the type of equipment used.</a:t>
            </a:r>
          </a:p>
          <a:p>
            <a:pPr marL="0" indent="0">
              <a:buNone/>
            </a:pPr>
            <a:r>
              <a:rPr lang="en-US" dirty="0"/>
              <a:t>Simply inverses the value of equipment.</a:t>
            </a:r>
          </a:p>
          <a:p>
            <a:pPr marL="0" indent="0">
              <a:buNone/>
            </a:pPr>
            <a:r>
              <a:rPr lang="en-US" dirty="0"/>
              <a:t>0: Nothing</a:t>
            </a:r>
            <a:br>
              <a:rPr lang="en-US" dirty="0"/>
            </a:br>
            <a:r>
              <a:rPr lang="en-US" dirty="0"/>
              <a:t>1: Macho Brace</a:t>
            </a:r>
          </a:p>
        </p:txBody>
      </p:sp>
    </p:spTree>
    <p:extLst>
      <p:ext uri="{BB962C8B-B14F-4D97-AF65-F5344CB8AC3E}">
        <p14:creationId xmlns:p14="http://schemas.microsoft.com/office/powerpoint/2010/main" val="9398623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ACD0F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6AD9A-2E83-4B64-A482-B99A57BB8860}"/>
              </a:ext>
            </a:extLst>
          </p:cNvPr>
          <p:cNvSpPr>
            <a:spLocks noGrp="1"/>
          </p:cNvSpPr>
          <p:nvPr>
            <p:ph type="title"/>
          </p:nvPr>
        </p:nvSpPr>
        <p:spPr/>
        <p:txBody>
          <a:bodyPr/>
          <a:lstStyle/>
          <a:p>
            <a:r>
              <a:rPr lang="en-US" dirty="0"/>
              <a:t>Class: PokemonG4</a:t>
            </a:r>
          </a:p>
        </p:txBody>
      </p:sp>
      <p:sp>
        <p:nvSpPr>
          <p:cNvPr id="3" name="Content Placeholder 2">
            <a:extLst>
              <a:ext uri="{FF2B5EF4-FFF2-40B4-BE49-F238E27FC236}">
                <a16:creationId xmlns:a16="http://schemas.microsoft.com/office/drawing/2014/main" id="{8EBE809C-E90A-43D4-B1AE-57A0481BD4BE}"/>
              </a:ext>
            </a:extLst>
          </p:cNvPr>
          <p:cNvSpPr>
            <a:spLocks noGrp="1"/>
          </p:cNvSpPr>
          <p:nvPr>
            <p:ph sz="half" idx="1"/>
          </p:nvPr>
        </p:nvSpPr>
        <p:spPr/>
        <p:txBody>
          <a:bodyPr/>
          <a:lstStyle/>
          <a:p>
            <a:pPr marL="0" indent="0">
              <a:buNone/>
            </a:pPr>
            <a:r>
              <a:rPr lang="en-US" dirty="0"/>
              <a:t>Members:</a:t>
            </a:r>
          </a:p>
          <a:p>
            <a:r>
              <a:rPr lang="en-US" dirty="0"/>
              <a:t>&lt;stat types&gt;</a:t>
            </a:r>
          </a:p>
          <a:p>
            <a:r>
              <a:rPr lang="en-US" dirty="0" err="1"/>
              <a:t>totalEv</a:t>
            </a:r>
            <a:endParaRPr lang="en-US" dirty="0"/>
          </a:p>
          <a:p>
            <a:r>
              <a:rPr lang="en-US" dirty="0"/>
              <a:t>equipment</a:t>
            </a:r>
          </a:p>
          <a:p>
            <a:r>
              <a:rPr lang="en-US" dirty="0"/>
              <a:t>name</a:t>
            </a:r>
          </a:p>
          <a:p>
            <a:endParaRPr lang="en-US" dirty="0"/>
          </a:p>
        </p:txBody>
      </p:sp>
      <p:sp>
        <p:nvSpPr>
          <p:cNvPr id="4" name="Content Placeholder 3">
            <a:extLst>
              <a:ext uri="{FF2B5EF4-FFF2-40B4-BE49-F238E27FC236}">
                <a16:creationId xmlns:a16="http://schemas.microsoft.com/office/drawing/2014/main" id="{60B9F578-AD0D-4F75-A784-39B7F9D48432}"/>
              </a:ext>
            </a:extLst>
          </p:cNvPr>
          <p:cNvSpPr>
            <a:spLocks noGrp="1"/>
          </p:cNvSpPr>
          <p:nvPr>
            <p:ph sz="half" idx="2"/>
          </p:nvPr>
        </p:nvSpPr>
        <p:spPr/>
        <p:txBody>
          <a:bodyPr/>
          <a:lstStyle/>
          <a:p>
            <a:pPr marL="0" indent="0">
              <a:buNone/>
            </a:pPr>
            <a:r>
              <a:rPr lang="en-US" dirty="0"/>
              <a:t>Methods:</a:t>
            </a:r>
          </a:p>
          <a:p>
            <a:r>
              <a:rPr lang="en-US" dirty="0"/>
              <a:t>equip()</a:t>
            </a:r>
          </a:p>
          <a:p>
            <a:r>
              <a:rPr lang="en-US" i="1" dirty="0" err="1"/>
              <a:t>battleUp</a:t>
            </a:r>
            <a:r>
              <a:rPr lang="en-US" i="1" dirty="0"/>
              <a:t>&lt;stat type&gt;()*</a:t>
            </a:r>
          </a:p>
          <a:p>
            <a:r>
              <a:rPr lang="en-US" i="1" dirty="0"/>
              <a:t>berry()*</a:t>
            </a:r>
          </a:p>
          <a:p>
            <a:endParaRPr lang="en-US" i="1" dirty="0"/>
          </a:p>
          <a:p>
            <a:endParaRPr lang="en-US" i="1" dirty="0"/>
          </a:p>
          <a:p>
            <a:pPr marL="0" indent="0">
              <a:buNone/>
            </a:pPr>
            <a:r>
              <a:rPr lang="en-US" i="1" dirty="0"/>
              <a:t>Overridden method due to gen differences</a:t>
            </a:r>
          </a:p>
        </p:txBody>
      </p:sp>
    </p:spTree>
    <p:extLst>
      <p:ext uri="{BB962C8B-B14F-4D97-AF65-F5344CB8AC3E}">
        <p14:creationId xmlns:p14="http://schemas.microsoft.com/office/powerpoint/2010/main" val="32834816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ACD0F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6AD9A-2E83-4B64-A482-B99A57BB8860}"/>
              </a:ext>
            </a:extLst>
          </p:cNvPr>
          <p:cNvSpPr>
            <a:spLocks noGrp="1"/>
          </p:cNvSpPr>
          <p:nvPr>
            <p:ph type="title"/>
          </p:nvPr>
        </p:nvSpPr>
        <p:spPr/>
        <p:txBody>
          <a:bodyPr/>
          <a:lstStyle/>
          <a:p>
            <a:r>
              <a:rPr lang="en-US" dirty="0"/>
              <a:t>equip()</a:t>
            </a:r>
          </a:p>
        </p:txBody>
      </p:sp>
      <p:sp>
        <p:nvSpPr>
          <p:cNvPr id="5" name="Content Placeholder 4">
            <a:extLst>
              <a:ext uri="{FF2B5EF4-FFF2-40B4-BE49-F238E27FC236}">
                <a16:creationId xmlns:a16="http://schemas.microsoft.com/office/drawing/2014/main" id="{CCEBDE4F-2629-4A13-BE40-1D82C0890D36}"/>
              </a:ext>
            </a:extLst>
          </p:cNvPr>
          <p:cNvSpPr>
            <a:spLocks noGrp="1"/>
          </p:cNvSpPr>
          <p:nvPr>
            <p:ph idx="1"/>
          </p:nvPr>
        </p:nvSpPr>
        <p:spPr/>
        <p:txBody>
          <a:bodyPr/>
          <a:lstStyle/>
          <a:p>
            <a:r>
              <a:rPr lang="en-US" dirty="0"/>
              <a:t>Parameter: int id (representing what to equip)</a:t>
            </a:r>
          </a:p>
          <a:p>
            <a:r>
              <a:rPr lang="en-US" dirty="0"/>
              <a:t>Return: void</a:t>
            </a:r>
          </a:p>
          <a:p>
            <a:endParaRPr lang="en-US" dirty="0"/>
          </a:p>
          <a:p>
            <a:pPr marL="0" indent="0">
              <a:buNone/>
            </a:pPr>
            <a:r>
              <a:rPr lang="en-US" dirty="0"/>
              <a:t>Sets the equipment member with the type of equipment used.</a:t>
            </a:r>
          </a:p>
          <a:p>
            <a:pPr marL="0" indent="0">
              <a:buNone/>
            </a:pPr>
            <a:r>
              <a:rPr lang="en-US" dirty="0"/>
              <a:t>0: Nothing</a:t>
            </a:r>
            <a:br>
              <a:rPr lang="en-US" dirty="0"/>
            </a:br>
            <a:r>
              <a:rPr lang="en-US" dirty="0"/>
              <a:t>1: Macho Brace</a:t>
            </a:r>
          </a:p>
          <a:p>
            <a:pPr marL="0" indent="0">
              <a:buNone/>
            </a:pPr>
            <a:r>
              <a:rPr lang="en-US" dirty="0"/>
              <a:t>2-7: Power items (in order of HP, </a:t>
            </a:r>
            <a:r>
              <a:rPr lang="en-US" dirty="0" err="1"/>
              <a:t>Atk</a:t>
            </a:r>
            <a:r>
              <a:rPr lang="en-US" dirty="0"/>
              <a:t>, Def…)</a:t>
            </a:r>
          </a:p>
        </p:txBody>
      </p:sp>
    </p:spTree>
    <p:extLst>
      <p:ext uri="{BB962C8B-B14F-4D97-AF65-F5344CB8AC3E}">
        <p14:creationId xmlns:p14="http://schemas.microsoft.com/office/powerpoint/2010/main" val="635662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96A49-3C0A-4036-BFB7-D614F1281F6A}"/>
              </a:ext>
            </a:extLst>
          </p:cNvPr>
          <p:cNvSpPr>
            <a:spLocks noGrp="1"/>
          </p:cNvSpPr>
          <p:nvPr>
            <p:ph type="title"/>
          </p:nvPr>
        </p:nvSpPr>
        <p:spPr/>
        <p:txBody>
          <a:bodyPr/>
          <a:lstStyle/>
          <a:p>
            <a:r>
              <a:rPr lang="en-US" dirty="0"/>
              <a:t>App Objectives</a:t>
            </a:r>
          </a:p>
        </p:txBody>
      </p:sp>
      <p:sp>
        <p:nvSpPr>
          <p:cNvPr id="3" name="Content Placeholder 2">
            <a:extLst>
              <a:ext uri="{FF2B5EF4-FFF2-40B4-BE49-F238E27FC236}">
                <a16:creationId xmlns:a16="http://schemas.microsoft.com/office/drawing/2014/main" id="{0D718805-0B7A-44F2-AEF2-C3F9EDF3E5C0}"/>
              </a:ext>
            </a:extLst>
          </p:cNvPr>
          <p:cNvSpPr>
            <a:spLocks noGrp="1"/>
          </p:cNvSpPr>
          <p:nvPr>
            <p:ph idx="1"/>
          </p:nvPr>
        </p:nvSpPr>
        <p:spPr/>
        <p:txBody>
          <a:bodyPr/>
          <a:lstStyle/>
          <a:p>
            <a:r>
              <a:rPr lang="en-US" dirty="0"/>
              <a:t>Can have multiple Pokémon (objects)</a:t>
            </a:r>
          </a:p>
          <a:p>
            <a:pPr lvl="1"/>
            <a:r>
              <a:rPr lang="en-US" dirty="0"/>
              <a:t>Can track stats for multiple </a:t>
            </a:r>
            <a:r>
              <a:rPr lang="en-US" dirty="0" err="1"/>
              <a:t>Pokemon</a:t>
            </a:r>
            <a:r>
              <a:rPr lang="en-US" dirty="0"/>
              <a:t> on one screen</a:t>
            </a:r>
          </a:p>
          <a:p>
            <a:pPr lvl="1"/>
            <a:r>
              <a:rPr lang="en-US" dirty="0"/>
              <a:t>Proper limits set for max EV values (Gen III: 255 per stat, 510 total)</a:t>
            </a:r>
          </a:p>
          <a:p>
            <a:r>
              <a:rPr lang="en-US" dirty="0"/>
              <a:t>Be able to back up data</a:t>
            </a:r>
          </a:p>
          <a:p>
            <a:pPr lvl="1"/>
            <a:r>
              <a:rPr lang="en-US" dirty="0"/>
              <a:t>Read line by line from .txt file?</a:t>
            </a:r>
          </a:p>
          <a:p>
            <a:pPr lvl="1"/>
            <a:r>
              <a:rPr lang="en-US" dirty="0"/>
              <a:t>Byte data?</a:t>
            </a:r>
          </a:p>
          <a:p>
            <a:endParaRPr lang="en-US" dirty="0"/>
          </a:p>
        </p:txBody>
      </p:sp>
    </p:spTree>
    <p:extLst>
      <p:ext uri="{BB962C8B-B14F-4D97-AF65-F5344CB8AC3E}">
        <p14:creationId xmlns:p14="http://schemas.microsoft.com/office/powerpoint/2010/main" val="32062967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DE5820-B653-4759-AC50-404437FE1E86}"/>
              </a:ext>
            </a:extLst>
          </p:cNvPr>
          <p:cNvSpPr>
            <a:spLocks noGrp="1"/>
          </p:cNvSpPr>
          <p:nvPr>
            <p:ph type="title"/>
          </p:nvPr>
        </p:nvSpPr>
        <p:spPr/>
        <p:txBody>
          <a:bodyPr/>
          <a:lstStyle/>
          <a:p>
            <a:r>
              <a:rPr lang="en-US" dirty="0"/>
              <a:t>Next steps</a:t>
            </a:r>
          </a:p>
        </p:txBody>
      </p:sp>
      <p:sp>
        <p:nvSpPr>
          <p:cNvPr id="4" name="Content Placeholder 3">
            <a:extLst>
              <a:ext uri="{FF2B5EF4-FFF2-40B4-BE49-F238E27FC236}">
                <a16:creationId xmlns:a16="http://schemas.microsoft.com/office/drawing/2014/main" id="{571E808D-C156-41F2-9093-E8F3565BACEE}"/>
              </a:ext>
            </a:extLst>
          </p:cNvPr>
          <p:cNvSpPr>
            <a:spLocks noGrp="1"/>
          </p:cNvSpPr>
          <p:nvPr>
            <p:ph idx="1"/>
          </p:nvPr>
        </p:nvSpPr>
        <p:spPr/>
        <p:txBody>
          <a:bodyPr/>
          <a:lstStyle/>
          <a:p>
            <a:r>
              <a:rPr lang="en-US" dirty="0"/>
              <a:t>Add different definitions for different </a:t>
            </a:r>
            <a:r>
              <a:rPr lang="en-US"/>
              <a:t>gens (5 and up)</a:t>
            </a:r>
            <a:endParaRPr lang="en-US" dirty="0"/>
          </a:p>
          <a:p>
            <a:r>
              <a:rPr lang="en-US" dirty="0"/>
              <a:t>Allow backups (to Google Drive, Dropbox, excel?)</a:t>
            </a:r>
          </a:p>
          <a:p>
            <a:r>
              <a:rPr lang="en-US" dirty="0"/>
              <a:t>Add buttons (1,2,3) for defeating Pokémon of different EVs</a:t>
            </a:r>
          </a:p>
        </p:txBody>
      </p:sp>
    </p:spTree>
    <p:extLst>
      <p:ext uri="{BB962C8B-B14F-4D97-AF65-F5344CB8AC3E}">
        <p14:creationId xmlns:p14="http://schemas.microsoft.com/office/powerpoint/2010/main" val="25179632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600</TotalTime>
  <Words>688</Words>
  <Application>Microsoft Office PowerPoint</Application>
  <PresentationFormat>Widescreen</PresentationFormat>
  <Paragraphs>150</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Calibri Light</vt:lpstr>
      <vt:lpstr>Office Theme</vt:lpstr>
      <vt:lpstr>Pokémon EV Counter Outline</vt:lpstr>
      <vt:lpstr>Intro</vt:lpstr>
      <vt:lpstr>Class Hierarchy ()</vt:lpstr>
      <vt:lpstr>Interface: EVMods</vt:lpstr>
      <vt:lpstr>pokerus()</vt:lpstr>
      <vt:lpstr>battleUp&lt;stat&gt;()</vt:lpstr>
      <vt:lpstr>hardSet&lt;stat&gt;()</vt:lpstr>
      <vt:lpstr>&lt;berry&gt;()</vt:lpstr>
      <vt:lpstr>&lt;vitamin name&gt;(): hp(), protein(), etc…</vt:lpstr>
      <vt:lpstr>Class: PokemonG3</vt:lpstr>
      <vt:lpstr>Stat Types</vt:lpstr>
      <vt:lpstr>totalEv</vt:lpstr>
      <vt:lpstr>equipment</vt:lpstr>
      <vt:lpstr>pokerus</vt:lpstr>
      <vt:lpstr>name</vt:lpstr>
      <vt:lpstr>battleUp&lt;stat type&gt;(): battleUpHp(), battleUpAtk(), etc…</vt:lpstr>
      <vt:lpstr>equip()</vt:lpstr>
      <vt:lpstr>Class: PokemonG4</vt:lpstr>
      <vt:lpstr>equip()</vt:lpstr>
      <vt:lpstr>App Objectives</vt:lpstr>
      <vt:lpstr>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Emily Liu</dc:creator>
  <cp:lastModifiedBy>Emily Liu</cp:lastModifiedBy>
  <cp:revision>32</cp:revision>
  <dcterms:created xsi:type="dcterms:W3CDTF">2020-07-24T03:14:52Z</dcterms:created>
  <dcterms:modified xsi:type="dcterms:W3CDTF">2020-08-07T22:09:06Z</dcterms:modified>
</cp:coreProperties>
</file>